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4" r:id="rId4"/>
  </p:sldMasterIdLst>
  <p:notesMasterIdLst>
    <p:notesMasterId r:id="rId6"/>
  </p:notesMasterIdLst>
  <p:handoutMasterIdLst>
    <p:handoutMasterId r:id="rId28"/>
  </p:handoutMasterIdLst>
  <p:sldIdLst>
    <p:sldId id="305" r:id="rId5"/>
    <p:sldId id="306" r:id="rId7"/>
    <p:sldId id="329" r:id="rId8"/>
    <p:sldId id="308" r:id="rId9"/>
    <p:sldId id="309" r:id="rId10"/>
    <p:sldId id="310" r:id="rId11"/>
    <p:sldId id="311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</p:sldIdLst>
  <p:sldSz cx="9144000" cy="5143500"/>
  <p:notesSz cx="5143500" cy="9144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E0852E"/>
    <a:srgbClr val="4BE6C7"/>
    <a:srgbClr val="F3FAF9"/>
    <a:srgbClr val="05204D"/>
    <a:srgbClr val="17A589"/>
    <a:srgbClr val="052152"/>
    <a:srgbClr val="021A45"/>
    <a:srgbClr val="26B8A2"/>
    <a:srgbClr val="28B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66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9160" y="364490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8525" y="803275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25"/>
          <p:cNvSpPr/>
          <p:nvPr userDrawn="1"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5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9" Type="http://schemas.openxmlformats.org/officeDocument/2006/relationships/notesSlide" Target="../notesSlides/notesSlide4.xml"/><Relationship Id="rId38" Type="http://schemas.openxmlformats.org/officeDocument/2006/relationships/slideLayout" Target="../slideLayouts/slideLayout6.xml"/><Relationship Id="rId37" Type="http://schemas.openxmlformats.org/officeDocument/2006/relationships/tags" Target="../tags/tag47.xml"/><Relationship Id="rId36" Type="http://schemas.openxmlformats.org/officeDocument/2006/relationships/image" Target="../media/image6.png"/><Relationship Id="rId35" Type="http://schemas.openxmlformats.org/officeDocument/2006/relationships/tags" Target="../tags/tag46.xml"/><Relationship Id="rId34" Type="http://schemas.openxmlformats.org/officeDocument/2006/relationships/tags" Target="../tags/tag45.xml"/><Relationship Id="rId33" Type="http://schemas.openxmlformats.org/officeDocument/2006/relationships/tags" Target="../tags/tag44.xml"/><Relationship Id="rId32" Type="http://schemas.openxmlformats.org/officeDocument/2006/relationships/tags" Target="../tags/tag43.xml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tags" Target="../tags/tag14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5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tags" Target="../tags/tag48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4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5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tags" Target="../tags/tag5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5.xml"/><Relationship Id="rId6" Type="http://schemas.microsoft.com/office/2007/relationships/hdphoto" Target="../media/image5.wdp"/><Relationship Id="rId5" Type="http://schemas.openxmlformats.org/officeDocument/2006/relationships/image" Target="../media/image4.png"/><Relationship Id="rId4" Type="http://schemas.openxmlformats.org/officeDocument/2006/relationships/tags" Target="../tags/tag60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461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4610" y="0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92608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926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功能演示  ·  V1.0.0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-90805" y="-831850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51765" y="-41275"/>
            <a:ext cx="8930005" cy="1074467"/>
            <a:chOff x="-239" y="-65"/>
            <a:chExt cx="14063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" name="组合 1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8800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材料分散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源码、文档、截图、报告各处提交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教师需逐一收集核对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6184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重复核对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多班级同类项目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教师重复阅读耗时巨大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依据难追溯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评分依据存于脑中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同一作业标准难统一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统计滞后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成绩汇总依赖手工整理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班级质量画像缺失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34" name="组合 3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08610" y="502920"/>
            <a:ext cx="247015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19400" y="646430"/>
            <a:ext cx="351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grpSp>
        <p:nvGrpSpPr>
          <p:cNvPr id="2" name="组合 1"/>
          <p:cNvGrpSpPr/>
          <p:nvPr/>
        </p:nvGrpSpPr>
        <p:grpSpPr>
          <a:xfrm>
            <a:off x="-740410" y="931545"/>
            <a:ext cx="5288280" cy="6000750"/>
            <a:chOff x="-942" y="1467"/>
            <a:chExt cx="8328" cy="9450"/>
          </a:xfrm>
        </p:grpSpPr>
        <p:grpSp>
          <p:nvGrpSpPr>
            <p:cNvPr id="3" name="组合 2"/>
            <p:cNvGrpSpPr/>
            <p:nvPr/>
          </p:nvGrpSpPr>
          <p:grpSpPr>
            <a:xfrm>
              <a:off x="-942" y="1467"/>
              <a:ext cx="8329" cy="9450"/>
              <a:chOff x="-1455" y="1437"/>
              <a:chExt cx="11062" cy="11675"/>
            </a:xfrm>
          </p:grpSpPr>
          <p:grpSp>
            <p:nvGrpSpPr>
              <p:cNvPr id="4" name="组合 3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1141" y="1631"/>
                <a:ext cx="7626" cy="6713"/>
                <a:chOff x="1141" y="1631"/>
                <a:chExt cx="7626" cy="6713"/>
              </a:xfrm>
            </p:grpSpPr>
            <p:sp>
              <p:nvSpPr>
                <p:cNvPr id="27" name="任意多边形: 形状 26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1141" y="1638"/>
                  <a:ext cx="7198" cy="670"/>
                </a:xfrm>
                <a:custGeom>
                  <a:avLst/>
                  <a:gdLst>
                    <a:gd name="connsiteX0" fmla="*/ 0 w 4638665"/>
                    <a:gd name="connsiteY0" fmla="*/ 0 h 384510"/>
                    <a:gd name="connsiteX1" fmla="*/ 3863285 w 4638665"/>
                    <a:gd name="connsiteY1" fmla="*/ 0 h 384510"/>
                    <a:gd name="connsiteX2" fmla="*/ 4638665 w 4638665"/>
                    <a:gd name="connsiteY2" fmla="*/ 384510 h 384510"/>
                    <a:gd name="connsiteX3" fmla="*/ 63328 w 4638665"/>
                    <a:gd name="connsiteY3" fmla="*/ 384510 h 384510"/>
                    <a:gd name="connsiteX4" fmla="*/ 0 w 4638665"/>
                    <a:gd name="connsiteY4" fmla="*/ 0 h 384510"/>
                    <a:gd name="connsiteX0-1" fmla="*/ 0 w 4659620"/>
                    <a:gd name="connsiteY0-2" fmla="*/ 0 h 392130"/>
                    <a:gd name="connsiteX1-3" fmla="*/ 3884240 w 4659620"/>
                    <a:gd name="connsiteY1-4" fmla="*/ 7620 h 392130"/>
                    <a:gd name="connsiteX2-5" fmla="*/ 4659620 w 4659620"/>
                    <a:gd name="connsiteY2-6" fmla="*/ 392130 h 392130"/>
                    <a:gd name="connsiteX3-7" fmla="*/ 84283 w 4659620"/>
                    <a:gd name="connsiteY3-8" fmla="*/ 392130 h 392130"/>
                    <a:gd name="connsiteX4-9" fmla="*/ 0 w 4659620"/>
                    <a:gd name="connsiteY4-10" fmla="*/ 0 h 392130"/>
                    <a:gd name="connsiteX0-11" fmla="*/ 0 w 4737725"/>
                    <a:gd name="connsiteY0-12" fmla="*/ 0 h 390225"/>
                    <a:gd name="connsiteX1-13" fmla="*/ 3962345 w 4737725"/>
                    <a:gd name="connsiteY1-14" fmla="*/ 5715 h 390225"/>
                    <a:gd name="connsiteX2-15" fmla="*/ 4737725 w 4737725"/>
                    <a:gd name="connsiteY2-16" fmla="*/ 390225 h 390225"/>
                    <a:gd name="connsiteX3-17" fmla="*/ 162388 w 4737725"/>
                    <a:gd name="connsiteY3-18" fmla="*/ 390225 h 390225"/>
                    <a:gd name="connsiteX4-19" fmla="*/ 0 w 4737725"/>
                    <a:gd name="connsiteY4-20" fmla="*/ 0 h 390225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4737725" h="390225">
                      <a:moveTo>
                        <a:pt x="0" y="0"/>
                      </a:moveTo>
                      <a:lnTo>
                        <a:pt x="3962345" y="5715"/>
                      </a:lnTo>
                      <a:lnTo>
                        <a:pt x="4737725" y="390225"/>
                      </a:lnTo>
                      <a:lnTo>
                        <a:pt x="162388" y="390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alpha val="33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任意多边形: 形状 28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321" y="1846"/>
                  <a:ext cx="446" cy="6498"/>
                </a:xfrm>
                <a:custGeom>
                  <a:avLst/>
                  <a:gdLst>
                    <a:gd name="connsiteX0" fmla="*/ 146304 w 298704"/>
                    <a:gd name="connsiteY0" fmla="*/ 3810000 h 3810000"/>
                    <a:gd name="connsiteX1" fmla="*/ 292608 w 298704"/>
                    <a:gd name="connsiteY1" fmla="*/ 3614928 h 3810000"/>
                    <a:gd name="connsiteX2" fmla="*/ 298704 w 298704"/>
                    <a:gd name="connsiteY2" fmla="*/ 0 h 3810000"/>
                    <a:gd name="connsiteX3" fmla="*/ 12192 w 298704"/>
                    <a:gd name="connsiteY3" fmla="*/ 316992 h 3810000"/>
                    <a:gd name="connsiteX4" fmla="*/ 0 w 298704"/>
                    <a:gd name="connsiteY4" fmla="*/ 2145792 h 3810000"/>
                    <a:gd name="connsiteX5" fmla="*/ 134112 w 298704"/>
                    <a:gd name="connsiteY5" fmla="*/ 2286000 h 3810000"/>
                    <a:gd name="connsiteX6" fmla="*/ 146304 w 298704"/>
                    <a:gd name="connsiteY6" fmla="*/ 3810000 h 3810000"/>
                    <a:gd name="connsiteX0-1" fmla="*/ 146304 w 293624"/>
                    <a:gd name="connsiteY0-2" fmla="*/ 3886200 h 3886200"/>
                    <a:gd name="connsiteX1-3" fmla="*/ 292608 w 293624"/>
                    <a:gd name="connsiteY1-4" fmla="*/ 3691128 h 3886200"/>
                    <a:gd name="connsiteX2-5" fmla="*/ 293624 w 293624"/>
                    <a:gd name="connsiteY2-6" fmla="*/ 0 h 3886200"/>
                    <a:gd name="connsiteX3-7" fmla="*/ 12192 w 293624"/>
                    <a:gd name="connsiteY3-8" fmla="*/ 393192 h 3886200"/>
                    <a:gd name="connsiteX4-9" fmla="*/ 0 w 293624"/>
                    <a:gd name="connsiteY4-10" fmla="*/ 2221992 h 3886200"/>
                    <a:gd name="connsiteX5-11" fmla="*/ 134112 w 293624"/>
                    <a:gd name="connsiteY5-12" fmla="*/ 2362200 h 3886200"/>
                    <a:gd name="connsiteX6-13" fmla="*/ 146304 w 293624"/>
                    <a:gd name="connsiteY6-14" fmla="*/ 3886200 h 3886200"/>
                    <a:gd name="connsiteX0-15" fmla="*/ 146304 w 293624"/>
                    <a:gd name="connsiteY0-16" fmla="*/ 3886200 h 3886200"/>
                    <a:gd name="connsiteX1-17" fmla="*/ 292608 w 293624"/>
                    <a:gd name="connsiteY1-18" fmla="*/ 3691128 h 3886200"/>
                    <a:gd name="connsiteX2-19" fmla="*/ 293624 w 293624"/>
                    <a:gd name="connsiteY2-20" fmla="*/ 0 h 3886200"/>
                    <a:gd name="connsiteX3-21" fmla="*/ 8382 w 293624"/>
                    <a:gd name="connsiteY3-22" fmla="*/ 387477 h 3886200"/>
                    <a:gd name="connsiteX4-23" fmla="*/ 0 w 293624"/>
                    <a:gd name="connsiteY4-24" fmla="*/ 2221992 h 3886200"/>
                    <a:gd name="connsiteX5-25" fmla="*/ 134112 w 293624"/>
                    <a:gd name="connsiteY5-26" fmla="*/ 2362200 h 3886200"/>
                    <a:gd name="connsiteX6-27" fmla="*/ 146304 w 293624"/>
                    <a:gd name="connsiteY6-28" fmla="*/ 3886200 h 38862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</a:cxnLst>
                  <a:rect l="l" t="t" r="r" b="b"/>
                  <a:pathLst>
                    <a:path w="293624" h="3886200">
                      <a:moveTo>
                        <a:pt x="146304" y="3886200"/>
                      </a:moveTo>
                      <a:lnTo>
                        <a:pt x="292608" y="3691128"/>
                      </a:lnTo>
                      <a:cubicBezTo>
                        <a:pt x="292947" y="2460752"/>
                        <a:pt x="293285" y="1230376"/>
                        <a:pt x="293624" y="0"/>
                      </a:cubicBezTo>
                      <a:lnTo>
                        <a:pt x="8382" y="387477"/>
                      </a:lnTo>
                      <a:lnTo>
                        <a:pt x="0" y="2221992"/>
                      </a:lnTo>
                      <a:lnTo>
                        <a:pt x="134112" y="2362200"/>
                      </a:lnTo>
                      <a:lnTo>
                        <a:pt x="146304" y="38862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4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alpha val="33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: 形状 3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92" y="1631"/>
                  <a:ext cx="601" cy="894"/>
                </a:xfrm>
                <a:custGeom>
                  <a:avLst/>
                  <a:gdLst>
                    <a:gd name="connsiteX0" fmla="*/ 0 w 416560"/>
                    <a:gd name="connsiteY0" fmla="*/ 350520 h 467360"/>
                    <a:gd name="connsiteX1" fmla="*/ 81280 w 416560"/>
                    <a:gd name="connsiteY1" fmla="*/ 0 h 467360"/>
                    <a:gd name="connsiteX2" fmla="*/ 416560 w 416560"/>
                    <a:gd name="connsiteY2" fmla="*/ 157480 h 467360"/>
                    <a:gd name="connsiteX3" fmla="*/ 157480 w 416560"/>
                    <a:gd name="connsiteY3" fmla="*/ 467360 h 467360"/>
                    <a:gd name="connsiteX4" fmla="*/ 0 w 416560"/>
                    <a:gd name="connsiteY4" fmla="*/ 350520 h 467360"/>
                    <a:gd name="connsiteX0-1" fmla="*/ 0 w 416560"/>
                    <a:gd name="connsiteY0-2" fmla="*/ 350520 h 484505"/>
                    <a:gd name="connsiteX1-3" fmla="*/ 81280 w 416560"/>
                    <a:gd name="connsiteY1-4" fmla="*/ 0 h 484505"/>
                    <a:gd name="connsiteX2-5" fmla="*/ 416560 w 416560"/>
                    <a:gd name="connsiteY2-6" fmla="*/ 157480 h 484505"/>
                    <a:gd name="connsiteX3-7" fmla="*/ 142240 w 416560"/>
                    <a:gd name="connsiteY3-8" fmla="*/ 484505 h 484505"/>
                    <a:gd name="connsiteX4-9" fmla="*/ 0 w 416560"/>
                    <a:gd name="connsiteY4-10" fmla="*/ 350520 h 484505"/>
                    <a:gd name="connsiteX0-11" fmla="*/ 0 w 416560"/>
                    <a:gd name="connsiteY0-12" fmla="*/ 373380 h 507365"/>
                    <a:gd name="connsiteX1-13" fmla="*/ 130810 w 416560"/>
                    <a:gd name="connsiteY1-14" fmla="*/ 0 h 507365"/>
                    <a:gd name="connsiteX2-15" fmla="*/ 416560 w 416560"/>
                    <a:gd name="connsiteY2-16" fmla="*/ 180340 h 507365"/>
                    <a:gd name="connsiteX3-17" fmla="*/ 142240 w 416560"/>
                    <a:gd name="connsiteY3-18" fmla="*/ 507365 h 507365"/>
                    <a:gd name="connsiteX4-19" fmla="*/ 0 w 416560"/>
                    <a:gd name="connsiteY4-20" fmla="*/ 373380 h 507365"/>
                    <a:gd name="connsiteX0-21" fmla="*/ 0 w 420370"/>
                    <a:gd name="connsiteY0-22" fmla="*/ 373380 h 507365"/>
                    <a:gd name="connsiteX1-23" fmla="*/ 130810 w 420370"/>
                    <a:gd name="connsiteY1-24" fmla="*/ 0 h 507365"/>
                    <a:gd name="connsiteX2-25" fmla="*/ 420370 w 420370"/>
                    <a:gd name="connsiteY2-26" fmla="*/ 207010 h 507365"/>
                    <a:gd name="connsiteX3-27" fmla="*/ 142240 w 420370"/>
                    <a:gd name="connsiteY3-28" fmla="*/ 507365 h 507365"/>
                    <a:gd name="connsiteX4-29" fmla="*/ 0 w 420370"/>
                    <a:gd name="connsiteY4-30" fmla="*/ 373380 h 507365"/>
                    <a:gd name="connsiteX0-31" fmla="*/ 0 w 420370"/>
                    <a:gd name="connsiteY0-32" fmla="*/ 371475 h 505460"/>
                    <a:gd name="connsiteX1-33" fmla="*/ 130810 w 420370"/>
                    <a:gd name="connsiteY1-34" fmla="*/ 0 h 505460"/>
                    <a:gd name="connsiteX2-35" fmla="*/ 420370 w 420370"/>
                    <a:gd name="connsiteY2-36" fmla="*/ 205105 h 505460"/>
                    <a:gd name="connsiteX3-37" fmla="*/ 142240 w 420370"/>
                    <a:gd name="connsiteY3-38" fmla="*/ 505460 h 505460"/>
                    <a:gd name="connsiteX4-39" fmla="*/ 0 w 420370"/>
                    <a:gd name="connsiteY4-40" fmla="*/ 371475 h 505460"/>
                    <a:gd name="connsiteX0-41" fmla="*/ 0 w 427990"/>
                    <a:gd name="connsiteY0-42" fmla="*/ 371475 h 505460"/>
                    <a:gd name="connsiteX1-43" fmla="*/ 130810 w 427990"/>
                    <a:gd name="connsiteY1-44" fmla="*/ 0 h 505460"/>
                    <a:gd name="connsiteX2-45" fmla="*/ 427990 w 427990"/>
                    <a:gd name="connsiteY2-46" fmla="*/ 193675 h 505460"/>
                    <a:gd name="connsiteX3-47" fmla="*/ 142240 w 427990"/>
                    <a:gd name="connsiteY3-48" fmla="*/ 505460 h 505460"/>
                    <a:gd name="connsiteX4-49" fmla="*/ 0 w 427990"/>
                    <a:gd name="connsiteY4-50" fmla="*/ 371475 h 505460"/>
                    <a:gd name="connsiteX0-51" fmla="*/ 0 w 427990"/>
                    <a:gd name="connsiteY0-52" fmla="*/ 405765 h 539750"/>
                    <a:gd name="connsiteX1-53" fmla="*/ 64135 w 427990"/>
                    <a:gd name="connsiteY1-54" fmla="*/ 0 h 539750"/>
                    <a:gd name="connsiteX2-55" fmla="*/ 427990 w 427990"/>
                    <a:gd name="connsiteY2-56" fmla="*/ 227965 h 539750"/>
                    <a:gd name="connsiteX3-57" fmla="*/ 142240 w 427990"/>
                    <a:gd name="connsiteY3-58" fmla="*/ 539750 h 539750"/>
                    <a:gd name="connsiteX4-59" fmla="*/ 0 w 427990"/>
                    <a:gd name="connsiteY4-60" fmla="*/ 405765 h 539750"/>
                    <a:gd name="connsiteX0-61" fmla="*/ 0 w 427990"/>
                    <a:gd name="connsiteY0-62" fmla="*/ 405765 h 539750"/>
                    <a:gd name="connsiteX1-63" fmla="*/ 64135 w 427990"/>
                    <a:gd name="connsiteY1-64" fmla="*/ 0 h 539750"/>
                    <a:gd name="connsiteX2-65" fmla="*/ 427990 w 427990"/>
                    <a:gd name="connsiteY2-66" fmla="*/ 248920 h 539750"/>
                    <a:gd name="connsiteX3-67" fmla="*/ 142240 w 427990"/>
                    <a:gd name="connsiteY3-68" fmla="*/ 539750 h 539750"/>
                    <a:gd name="connsiteX4-69" fmla="*/ 0 w 427990"/>
                    <a:gd name="connsiteY4-70" fmla="*/ 405765 h 539750"/>
                    <a:gd name="connsiteX0-71" fmla="*/ 0 w 427990"/>
                    <a:gd name="connsiteY0-72" fmla="*/ 398145 h 532130"/>
                    <a:gd name="connsiteX1-73" fmla="*/ 73660 w 427990"/>
                    <a:gd name="connsiteY1-74" fmla="*/ 0 h 532130"/>
                    <a:gd name="connsiteX2-75" fmla="*/ 427990 w 427990"/>
                    <a:gd name="connsiteY2-76" fmla="*/ 241300 h 532130"/>
                    <a:gd name="connsiteX3-77" fmla="*/ 142240 w 427990"/>
                    <a:gd name="connsiteY3-78" fmla="*/ 532130 h 532130"/>
                    <a:gd name="connsiteX4-79" fmla="*/ 0 w 427990"/>
                    <a:gd name="connsiteY4-80" fmla="*/ 398145 h 532130"/>
                    <a:gd name="connsiteX0-81" fmla="*/ 0 w 437515"/>
                    <a:gd name="connsiteY0-82" fmla="*/ 398145 h 532130"/>
                    <a:gd name="connsiteX1-83" fmla="*/ 73660 w 437515"/>
                    <a:gd name="connsiteY1-84" fmla="*/ 0 h 532130"/>
                    <a:gd name="connsiteX2-85" fmla="*/ 437515 w 437515"/>
                    <a:gd name="connsiteY2-86" fmla="*/ 292735 h 532130"/>
                    <a:gd name="connsiteX3-87" fmla="*/ 142240 w 437515"/>
                    <a:gd name="connsiteY3-88" fmla="*/ 532130 h 532130"/>
                    <a:gd name="connsiteX4-89" fmla="*/ 0 w 437515"/>
                    <a:gd name="connsiteY4-90" fmla="*/ 398145 h 532130"/>
                    <a:gd name="connsiteX0-91" fmla="*/ 0 w 389890"/>
                    <a:gd name="connsiteY0-92" fmla="*/ 398145 h 532130"/>
                    <a:gd name="connsiteX1-93" fmla="*/ 73660 w 389890"/>
                    <a:gd name="connsiteY1-94" fmla="*/ 0 h 532130"/>
                    <a:gd name="connsiteX2-95" fmla="*/ 389890 w 389890"/>
                    <a:gd name="connsiteY2-96" fmla="*/ 210820 h 532130"/>
                    <a:gd name="connsiteX3-97" fmla="*/ 142240 w 389890"/>
                    <a:gd name="connsiteY3-98" fmla="*/ 532130 h 532130"/>
                    <a:gd name="connsiteX4-99" fmla="*/ 0 w 389890"/>
                    <a:gd name="connsiteY4-100" fmla="*/ 398145 h 532130"/>
                    <a:gd name="connsiteX0-101" fmla="*/ 0 w 389890"/>
                    <a:gd name="connsiteY0-102" fmla="*/ 398145 h 539750"/>
                    <a:gd name="connsiteX1-103" fmla="*/ 73660 w 389890"/>
                    <a:gd name="connsiteY1-104" fmla="*/ 0 h 539750"/>
                    <a:gd name="connsiteX2-105" fmla="*/ 389890 w 389890"/>
                    <a:gd name="connsiteY2-106" fmla="*/ 210820 h 539750"/>
                    <a:gd name="connsiteX3-107" fmla="*/ 146050 w 389890"/>
                    <a:gd name="connsiteY3-108" fmla="*/ 539750 h 539750"/>
                    <a:gd name="connsiteX4-109" fmla="*/ 0 w 389890"/>
                    <a:gd name="connsiteY4-110" fmla="*/ 398145 h 539750"/>
                    <a:gd name="connsiteX0-111" fmla="*/ 0 w 395605"/>
                    <a:gd name="connsiteY0-112" fmla="*/ 398145 h 539750"/>
                    <a:gd name="connsiteX1-113" fmla="*/ 79375 w 395605"/>
                    <a:gd name="connsiteY1-114" fmla="*/ 0 h 539750"/>
                    <a:gd name="connsiteX2-115" fmla="*/ 395605 w 395605"/>
                    <a:gd name="connsiteY2-116" fmla="*/ 210820 h 539750"/>
                    <a:gd name="connsiteX3-117" fmla="*/ 151765 w 395605"/>
                    <a:gd name="connsiteY3-118" fmla="*/ 539750 h 539750"/>
                    <a:gd name="connsiteX4-119" fmla="*/ 0 w 395605"/>
                    <a:gd name="connsiteY4-120" fmla="*/ 398145 h 539750"/>
                    <a:gd name="connsiteX0-121" fmla="*/ 0 w 395605"/>
                    <a:gd name="connsiteY0-122" fmla="*/ 377190 h 518795"/>
                    <a:gd name="connsiteX1-123" fmla="*/ 128905 w 395605"/>
                    <a:gd name="connsiteY1-124" fmla="*/ 0 h 518795"/>
                    <a:gd name="connsiteX2-125" fmla="*/ 395605 w 395605"/>
                    <a:gd name="connsiteY2-126" fmla="*/ 189865 h 518795"/>
                    <a:gd name="connsiteX3-127" fmla="*/ 151765 w 395605"/>
                    <a:gd name="connsiteY3-128" fmla="*/ 518795 h 518795"/>
                    <a:gd name="connsiteX4-129" fmla="*/ 0 w 395605"/>
                    <a:gd name="connsiteY4-130" fmla="*/ 377190 h 518795"/>
                    <a:gd name="connsiteX0-131" fmla="*/ 0 w 395605"/>
                    <a:gd name="connsiteY0-132" fmla="*/ 379095 h 520700"/>
                    <a:gd name="connsiteX1-133" fmla="*/ 155575 w 395605"/>
                    <a:gd name="connsiteY1-134" fmla="*/ 0 h 520700"/>
                    <a:gd name="connsiteX2-135" fmla="*/ 395605 w 395605"/>
                    <a:gd name="connsiteY2-136" fmla="*/ 191770 h 520700"/>
                    <a:gd name="connsiteX3-137" fmla="*/ 151765 w 395605"/>
                    <a:gd name="connsiteY3-138" fmla="*/ 520700 h 520700"/>
                    <a:gd name="connsiteX4-139" fmla="*/ 0 w 395605"/>
                    <a:gd name="connsiteY4-140" fmla="*/ 379095 h 5207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395605" h="520700">
                      <a:moveTo>
                        <a:pt x="0" y="379095"/>
                      </a:moveTo>
                      <a:lnTo>
                        <a:pt x="155575" y="0"/>
                      </a:lnTo>
                      <a:lnTo>
                        <a:pt x="395605" y="191770"/>
                      </a:lnTo>
                      <a:lnTo>
                        <a:pt x="151765" y="520700"/>
                      </a:lnTo>
                      <a:lnTo>
                        <a:pt x="0" y="379095"/>
                      </a:lnTo>
                      <a:close/>
                    </a:path>
                  </a:pathLst>
                </a:custGeom>
                <a:gradFill flip="none" rotWithShape="1">
                  <a:gsLst>
                    <a:gs pos="21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79000">
                      <a:schemeClr val="accent1">
                        <a:alpha val="33000"/>
                      </a:scheme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29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-1455" y="1437"/>
                <a:ext cx="11062" cy="11675"/>
                <a:chOff x="993" y="1437"/>
                <a:chExt cx="11062" cy="11675"/>
              </a:xfrm>
            </p:grpSpPr>
            <p:grpSp>
              <p:nvGrpSpPr>
                <p:cNvPr id="64" name="组合 63"/>
                <p:cNvGrpSpPr/>
                <p:nvPr>
                  <p:custDataLst>
                    <p:tags r:id="rId7"/>
                  </p:custDataLst>
                </p:nvPr>
              </p:nvGrpSpPr>
              <p:grpSpPr>
                <a:xfrm>
                  <a:off x="993" y="2299"/>
                  <a:ext cx="9991" cy="10813"/>
                  <a:chOff x="227557" y="1464400"/>
                  <a:chExt cx="6575642" cy="7470424"/>
                </a:xfrm>
              </p:grpSpPr>
              <p:sp>
                <p:nvSpPr>
                  <p:cNvPr id="36" name="任意多边形: 形状 33"/>
                  <p:cNvSpPr/>
                  <p:nvPr/>
                </p:nvSpPr>
                <p:spPr>
                  <a:xfrm>
                    <a:off x="1806366" y="1464400"/>
                    <a:ext cx="4996833" cy="4243663"/>
                  </a:xfrm>
                  <a:custGeom>
                    <a:avLst/>
                    <a:gdLst>
                      <a:gd name="connsiteX0" fmla="*/ 274320 w 9874244"/>
                      <a:gd name="connsiteY0" fmla="*/ 0 h 7383687"/>
                      <a:gd name="connsiteX1" fmla="*/ 583655 w 9874244"/>
                      <a:gd name="connsiteY1" fmla="*/ 0 h 7383687"/>
                      <a:gd name="connsiteX2" fmla="*/ 4495068 w 9874244"/>
                      <a:gd name="connsiteY2" fmla="*/ 0 h 7383687"/>
                      <a:gd name="connsiteX3" fmla="*/ 4785360 w 9874244"/>
                      <a:gd name="connsiteY3" fmla="*/ 0 h 7383687"/>
                      <a:gd name="connsiteX4" fmla="*/ 4804404 w 9874244"/>
                      <a:gd name="connsiteY4" fmla="*/ 0 h 7383687"/>
                      <a:gd name="connsiteX5" fmla="*/ 5094696 w 9874244"/>
                      <a:gd name="connsiteY5" fmla="*/ 0 h 7383687"/>
                      <a:gd name="connsiteX6" fmla="*/ 9006108 w 9874244"/>
                      <a:gd name="connsiteY6" fmla="*/ 0 h 7383687"/>
                      <a:gd name="connsiteX7" fmla="*/ 9315444 w 9874244"/>
                      <a:gd name="connsiteY7" fmla="*/ 0 h 7383687"/>
                      <a:gd name="connsiteX8" fmla="*/ 9610084 w 9874244"/>
                      <a:gd name="connsiteY8" fmla="*/ 248920 h 7383687"/>
                      <a:gd name="connsiteX9" fmla="*/ 9610084 w 9874244"/>
                      <a:gd name="connsiteY9" fmla="*/ 764447 h 7383687"/>
                      <a:gd name="connsiteX10" fmla="*/ 9610084 w 9874244"/>
                      <a:gd name="connsiteY10" fmla="*/ 3881120 h 7383687"/>
                      <a:gd name="connsiteX11" fmla="*/ 9874244 w 9874244"/>
                      <a:gd name="connsiteY11" fmla="*/ 4145280 h 7383687"/>
                      <a:gd name="connsiteX12" fmla="*/ 9874244 w 9874244"/>
                      <a:gd name="connsiteY12" fmla="*/ 4660807 h 7383687"/>
                      <a:gd name="connsiteX13" fmla="*/ 9874244 w 9874244"/>
                      <a:gd name="connsiteY13" fmla="*/ 6695440 h 7383687"/>
                      <a:gd name="connsiteX14" fmla="*/ 9874244 w 9874244"/>
                      <a:gd name="connsiteY14" fmla="*/ 7210967 h 7383687"/>
                      <a:gd name="connsiteX15" fmla="*/ 9701524 w 9874244"/>
                      <a:gd name="connsiteY15" fmla="*/ 7383687 h 7383687"/>
                      <a:gd name="connsiteX16" fmla="*/ 9392188 w 9874244"/>
                      <a:gd name="connsiteY16" fmla="*/ 7383687 h 7383687"/>
                      <a:gd name="connsiteX17" fmla="*/ 5480776 w 9874244"/>
                      <a:gd name="connsiteY17" fmla="*/ 7383687 h 7383687"/>
                      <a:gd name="connsiteX18" fmla="*/ 5171440 w 9874244"/>
                      <a:gd name="connsiteY18" fmla="*/ 7383687 h 7383687"/>
                      <a:gd name="connsiteX19" fmla="*/ 4702804 w 9874244"/>
                      <a:gd name="connsiteY19" fmla="*/ 7383687 h 7383687"/>
                      <a:gd name="connsiteX20" fmla="*/ 4393468 w 9874244"/>
                      <a:gd name="connsiteY20" fmla="*/ 7383687 h 7383687"/>
                      <a:gd name="connsiteX21" fmla="*/ 482055 w 9874244"/>
                      <a:gd name="connsiteY21" fmla="*/ 7383687 h 7383687"/>
                      <a:gd name="connsiteX22" fmla="*/ 172720 w 9874244"/>
                      <a:gd name="connsiteY22" fmla="*/ 7383687 h 7383687"/>
                      <a:gd name="connsiteX23" fmla="*/ 0 w 9874244"/>
                      <a:gd name="connsiteY23" fmla="*/ 7210967 h 7383687"/>
                      <a:gd name="connsiteX24" fmla="*/ 1217 w 9874244"/>
                      <a:gd name="connsiteY24" fmla="*/ 6696656 h 7383687"/>
                      <a:gd name="connsiteX25" fmla="*/ 0 w 9874244"/>
                      <a:gd name="connsiteY25" fmla="*/ 6695440 h 7383687"/>
                      <a:gd name="connsiteX26" fmla="*/ 15240 w 9874244"/>
                      <a:gd name="connsiteY26" fmla="*/ 251460 h 7383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9874244" h="7383687">
                        <a:moveTo>
                          <a:pt x="274320" y="0"/>
                        </a:moveTo>
                        <a:lnTo>
                          <a:pt x="583655" y="0"/>
                        </a:lnTo>
                        <a:lnTo>
                          <a:pt x="4495068" y="0"/>
                        </a:lnTo>
                        <a:lnTo>
                          <a:pt x="4785360" y="0"/>
                        </a:lnTo>
                        <a:lnTo>
                          <a:pt x="4804404" y="0"/>
                        </a:lnTo>
                        <a:lnTo>
                          <a:pt x="5094696" y="0"/>
                        </a:lnTo>
                        <a:lnTo>
                          <a:pt x="9006108" y="0"/>
                        </a:lnTo>
                        <a:lnTo>
                          <a:pt x="9315444" y="0"/>
                        </a:lnTo>
                        <a:lnTo>
                          <a:pt x="9610084" y="248920"/>
                        </a:lnTo>
                        <a:lnTo>
                          <a:pt x="9610084" y="764447"/>
                        </a:lnTo>
                        <a:lnTo>
                          <a:pt x="9610084" y="3881120"/>
                        </a:lnTo>
                        <a:lnTo>
                          <a:pt x="9874244" y="4145280"/>
                        </a:lnTo>
                        <a:lnTo>
                          <a:pt x="9874244" y="4660807"/>
                        </a:lnTo>
                        <a:lnTo>
                          <a:pt x="9874244" y="6695440"/>
                        </a:lnTo>
                        <a:lnTo>
                          <a:pt x="9874244" y="7210967"/>
                        </a:lnTo>
                        <a:lnTo>
                          <a:pt x="9701524" y="7383687"/>
                        </a:lnTo>
                        <a:lnTo>
                          <a:pt x="9392188" y="7383687"/>
                        </a:lnTo>
                        <a:lnTo>
                          <a:pt x="5480776" y="7383687"/>
                        </a:lnTo>
                        <a:lnTo>
                          <a:pt x="5171440" y="7383687"/>
                        </a:lnTo>
                        <a:lnTo>
                          <a:pt x="4702804" y="7383687"/>
                        </a:lnTo>
                        <a:lnTo>
                          <a:pt x="4393468" y="7383687"/>
                        </a:lnTo>
                        <a:lnTo>
                          <a:pt x="482055" y="7383687"/>
                        </a:lnTo>
                        <a:lnTo>
                          <a:pt x="172720" y="7383687"/>
                        </a:lnTo>
                        <a:lnTo>
                          <a:pt x="0" y="7210967"/>
                        </a:lnTo>
                        <a:lnTo>
                          <a:pt x="1217" y="6696656"/>
                        </a:lnTo>
                        <a:lnTo>
                          <a:pt x="0" y="6695440"/>
                        </a:lnTo>
                        <a:lnTo>
                          <a:pt x="15240" y="25146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alpha val="50000"/>
                        </a:schemeClr>
                      </a:gs>
                      <a:gs pos="50000">
                        <a:srgbClr val="569ADE">
                          <a:alpha val="0"/>
                        </a:srgbClr>
                      </a:gs>
                      <a:gs pos="100000">
                        <a:schemeClr val="accent2">
                          <a:alpha val="50000"/>
                        </a:schemeClr>
                      </a:gs>
                    </a:gsLst>
                    <a:lin ang="2700000" scaled="1"/>
                    <a:tileRect/>
                  </a:gradFill>
                  <a:ln w="6350">
                    <a:gradFill>
                      <a:gsLst>
                        <a:gs pos="0">
                          <a:schemeClr val="accent1"/>
                        </a:gs>
                        <a:gs pos="50000">
                          <a:srgbClr val="0886D0"/>
                        </a:gs>
                        <a:gs pos="100000">
                          <a:schemeClr val="accent2"/>
                        </a:gs>
                      </a:gsLst>
                      <a:lin ang="27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219200"/>
                    <a:endParaRPr lang="zh-CN" altLang="en-US" sz="1600" dirty="0">
                      <a:solidFill>
                        <a:prstClr val="white"/>
                      </a:solidFill>
                      <a:latin typeface="阿里巴巴普惠体 R"/>
                      <a:ea typeface="阿里巴巴普惠体 R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 flipH="1">
                    <a:off x="227557" y="5100290"/>
                    <a:ext cx="4890050" cy="3834534"/>
                  </a:xfrm>
                  <a:custGeom>
                    <a:avLst/>
                    <a:gdLst>
                      <a:gd name="connsiteX0" fmla="*/ 2554 w 4890050"/>
                      <a:gd name="connsiteY0" fmla="*/ 3594082 h 3834534"/>
                      <a:gd name="connsiteX1" fmla="*/ 0 w 4890050"/>
                      <a:gd name="connsiteY1" fmla="*/ 3594082 h 3834534"/>
                      <a:gd name="connsiteX2" fmla="*/ 0 w 4890050"/>
                      <a:gd name="connsiteY2" fmla="*/ 3812622 h 3834534"/>
                      <a:gd name="connsiteX3" fmla="*/ 2554 w 4890050"/>
                      <a:gd name="connsiteY3" fmla="*/ 3815261 h 3834534"/>
                      <a:gd name="connsiteX4" fmla="*/ 264349 w 4890050"/>
                      <a:gd name="connsiteY4" fmla="*/ 3594082 h 3834534"/>
                      <a:gd name="connsiteX5" fmla="*/ 261767 w 4890050"/>
                      <a:gd name="connsiteY5" fmla="*/ 3594082 h 3834534"/>
                      <a:gd name="connsiteX6" fmla="*/ 261767 w 4890050"/>
                      <a:gd name="connsiteY6" fmla="*/ 3834534 h 3834534"/>
                      <a:gd name="connsiteX7" fmla="*/ 264349 w 4890050"/>
                      <a:gd name="connsiteY7" fmla="*/ 3834534 h 3834534"/>
                      <a:gd name="connsiteX8" fmla="*/ 526116 w 4890050"/>
                      <a:gd name="connsiteY8" fmla="*/ 3594082 h 3834534"/>
                      <a:gd name="connsiteX9" fmla="*/ 523535 w 4890050"/>
                      <a:gd name="connsiteY9" fmla="*/ 3594082 h 3834534"/>
                      <a:gd name="connsiteX10" fmla="*/ 523535 w 4890050"/>
                      <a:gd name="connsiteY10" fmla="*/ 3834534 h 3834534"/>
                      <a:gd name="connsiteX11" fmla="*/ 526116 w 4890050"/>
                      <a:gd name="connsiteY11" fmla="*/ 3834534 h 3834534"/>
                      <a:gd name="connsiteX12" fmla="*/ 787885 w 4890050"/>
                      <a:gd name="connsiteY12" fmla="*/ 3594082 h 3834534"/>
                      <a:gd name="connsiteX13" fmla="*/ 785301 w 4890050"/>
                      <a:gd name="connsiteY13" fmla="*/ 3594082 h 3834534"/>
                      <a:gd name="connsiteX14" fmla="*/ 785301 w 4890050"/>
                      <a:gd name="connsiteY14" fmla="*/ 3834534 h 3834534"/>
                      <a:gd name="connsiteX15" fmla="*/ 787885 w 4890050"/>
                      <a:gd name="connsiteY15" fmla="*/ 3834534 h 3834534"/>
                      <a:gd name="connsiteX16" fmla="*/ 1049590 w 4890050"/>
                      <a:gd name="connsiteY16" fmla="*/ 3594082 h 3834534"/>
                      <a:gd name="connsiteX17" fmla="*/ 1047010 w 4890050"/>
                      <a:gd name="connsiteY17" fmla="*/ 3594082 h 3834534"/>
                      <a:gd name="connsiteX18" fmla="*/ 1047010 w 4890050"/>
                      <a:gd name="connsiteY18" fmla="*/ 3834534 h 3834534"/>
                      <a:gd name="connsiteX19" fmla="*/ 1049590 w 4890050"/>
                      <a:gd name="connsiteY19" fmla="*/ 3834534 h 3834534"/>
                      <a:gd name="connsiteX20" fmla="*/ 1311348 w 4890050"/>
                      <a:gd name="connsiteY20" fmla="*/ 3594082 h 3834534"/>
                      <a:gd name="connsiteX21" fmla="*/ 1308753 w 4890050"/>
                      <a:gd name="connsiteY21" fmla="*/ 3594082 h 3834534"/>
                      <a:gd name="connsiteX22" fmla="*/ 1308753 w 4890050"/>
                      <a:gd name="connsiteY22" fmla="*/ 3834534 h 3834534"/>
                      <a:gd name="connsiteX23" fmla="*/ 1311348 w 4890050"/>
                      <a:gd name="connsiteY23" fmla="*/ 3834534 h 3834534"/>
                      <a:gd name="connsiteX24" fmla="*/ 1573093 w 4890050"/>
                      <a:gd name="connsiteY24" fmla="*/ 3594082 h 3834534"/>
                      <a:gd name="connsiteX25" fmla="*/ 1570535 w 4890050"/>
                      <a:gd name="connsiteY25" fmla="*/ 3594082 h 3834534"/>
                      <a:gd name="connsiteX26" fmla="*/ 1570535 w 4890050"/>
                      <a:gd name="connsiteY26" fmla="*/ 3834534 h 3834534"/>
                      <a:gd name="connsiteX27" fmla="*/ 1573093 w 4890050"/>
                      <a:gd name="connsiteY27" fmla="*/ 3834534 h 3834534"/>
                      <a:gd name="connsiteX28" fmla="*/ 1834875 w 4890050"/>
                      <a:gd name="connsiteY28" fmla="*/ 3594082 h 3834534"/>
                      <a:gd name="connsiteX29" fmla="*/ 1832295 w 4890050"/>
                      <a:gd name="connsiteY29" fmla="*/ 3594082 h 3834534"/>
                      <a:gd name="connsiteX30" fmla="*/ 1832295 w 4890050"/>
                      <a:gd name="connsiteY30" fmla="*/ 3834534 h 3834534"/>
                      <a:gd name="connsiteX31" fmla="*/ 1834875 w 4890050"/>
                      <a:gd name="connsiteY31" fmla="*/ 3834534 h 3834534"/>
                      <a:gd name="connsiteX32" fmla="*/ 2096628 w 4890050"/>
                      <a:gd name="connsiteY32" fmla="*/ 3594082 h 3834534"/>
                      <a:gd name="connsiteX33" fmla="*/ 2094066 w 4890050"/>
                      <a:gd name="connsiteY33" fmla="*/ 3594082 h 3834534"/>
                      <a:gd name="connsiteX34" fmla="*/ 2094066 w 4890050"/>
                      <a:gd name="connsiteY34" fmla="*/ 3834534 h 3834534"/>
                      <a:gd name="connsiteX35" fmla="*/ 2096628 w 4890050"/>
                      <a:gd name="connsiteY35" fmla="*/ 3834534 h 3834534"/>
                      <a:gd name="connsiteX36" fmla="*/ 2358398 w 4890050"/>
                      <a:gd name="connsiteY36" fmla="*/ 3594082 h 3834534"/>
                      <a:gd name="connsiteX37" fmla="*/ 2355809 w 4890050"/>
                      <a:gd name="connsiteY37" fmla="*/ 3594082 h 3834534"/>
                      <a:gd name="connsiteX38" fmla="*/ 2355809 w 4890050"/>
                      <a:gd name="connsiteY38" fmla="*/ 3834534 h 3834534"/>
                      <a:gd name="connsiteX39" fmla="*/ 2358398 w 4890050"/>
                      <a:gd name="connsiteY39" fmla="*/ 3834534 h 3834534"/>
                      <a:gd name="connsiteX40" fmla="*/ 2620142 w 4890050"/>
                      <a:gd name="connsiteY40" fmla="*/ 3594082 h 3834534"/>
                      <a:gd name="connsiteX41" fmla="*/ 2617581 w 4890050"/>
                      <a:gd name="connsiteY41" fmla="*/ 3594082 h 3834534"/>
                      <a:gd name="connsiteX42" fmla="*/ 2617581 w 4890050"/>
                      <a:gd name="connsiteY42" fmla="*/ 3834534 h 3834534"/>
                      <a:gd name="connsiteX43" fmla="*/ 2620142 w 4890050"/>
                      <a:gd name="connsiteY43" fmla="*/ 3834534 h 3834534"/>
                      <a:gd name="connsiteX44" fmla="*/ 2881944 w 4890050"/>
                      <a:gd name="connsiteY44" fmla="*/ 3594082 h 3834534"/>
                      <a:gd name="connsiteX45" fmla="*/ 2879358 w 4890050"/>
                      <a:gd name="connsiteY45" fmla="*/ 3594082 h 3834534"/>
                      <a:gd name="connsiteX46" fmla="*/ 2879358 w 4890050"/>
                      <a:gd name="connsiteY46" fmla="*/ 3834534 h 3834534"/>
                      <a:gd name="connsiteX47" fmla="*/ 2881944 w 4890050"/>
                      <a:gd name="connsiteY47" fmla="*/ 3834534 h 3834534"/>
                      <a:gd name="connsiteX48" fmla="*/ 3143708 w 4890050"/>
                      <a:gd name="connsiteY48" fmla="*/ 3594082 h 3834534"/>
                      <a:gd name="connsiteX49" fmla="*/ 3141127 w 4890050"/>
                      <a:gd name="connsiteY49" fmla="*/ 3594082 h 3834534"/>
                      <a:gd name="connsiteX50" fmla="*/ 3141127 w 4890050"/>
                      <a:gd name="connsiteY50" fmla="*/ 3834534 h 3834534"/>
                      <a:gd name="connsiteX51" fmla="*/ 3143708 w 4890050"/>
                      <a:gd name="connsiteY51" fmla="*/ 3834534 h 3834534"/>
                      <a:gd name="connsiteX52" fmla="*/ 3405484 w 4890050"/>
                      <a:gd name="connsiteY52" fmla="*/ 3594082 h 3834534"/>
                      <a:gd name="connsiteX53" fmla="*/ 3402928 w 4890050"/>
                      <a:gd name="connsiteY53" fmla="*/ 3594082 h 3834534"/>
                      <a:gd name="connsiteX54" fmla="*/ 3402928 w 4890050"/>
                      <a:gd name="connsiteY54" fmla="*/ 3834534 h 3834534"/>
                      <a:gd name="connsiteX55" fmla="*/ 3405484 w 4890050"/>
                      <a:gd name="connsiteY55" fmla="*/ 3834534 h 3834534"/>
                      <a:gd name="connsiteX56" fmla="*/ 3667243 w 4890050"/>
                      <a:gd name="connsiteY56" fmla="*/ 3594082 h 3834534"/>
                      <a:gd name="connsiteX57" fmla="*/ 3664686 w 4890050"/>
                      <a:gd name="connsiteY57" fmla="*/ 3594082 h 3834534"/>
                      <a:gd name="connsiteX58" fmla="*/ 3664686 w 4890050"/>
                      <a:gd name="connsiteY58" fmla="*/ 3834534 h 3834534"/>
                      <a:gd name="connsiteX59" fmla="*/ 3667243 w 4890050"/>
                      <a:gd name="connsiteY59" fmla="*/ 3834534 h 3834534"/>
                      <a:gd name="connsiteX60" fmla="*/ 3929027 w 4890050"/>
                      <a:gd name="connsiteY60" fmla="*/ 3594082 h 3834534"/>
                      <a:gd name="connsiteX61" fmla="*/ 3926471 w 4890050"/>
                      <a:gd name="connsiteY61" fmla="*/ 3594082 h 3834534"/>
                      <a:gd name="connsiteX62" fmla="*/ 3926471 w 4890050"/>
                      <a:gd name="connsiteY62" fmla="*/ 3834534 h 3834534"/>
                      <a:gd name="connsiteX63" fmla="*/ 3929027 w 4890050"/>
                      <a:gd name="connsiteY63" fmla="*/ 3834534 h 3834534"/>
                      <a:gd name="connsiteX64" fmla="*/ 4190780 w 4890050"/>
                      <a:gd name="connsiteY64" fmla="*/ 3594082 h 3834534"/>
                      <a:gd name="connsiteX65" fmla="*/ 4188225 w 4890050"/>
                      <a:gd name="connsiteY65" fmla="*/ 3594082 h 3834534"/>
                      <a:gd name="connsiteX66" fmla="*/ 4188225 w 4890050"/>
                      <a:gd name="connsiteY66" fmla="*/ 3834534 h 3834534"/>
                      <a:gd name="connsiteX67" fmla="*/ 4190780 w 4890050"/>
                      <a:gd name="connsiteY67" fmla="*/ 3834534 h 3834534"/>
                      <a:gd name="connsiteX68" fmla="*/ 4452565 w 4890050"/>
                      <a:gd name="connsiteY68" fmla="*/ 3594082 h 3834534"/>
                      <a:gd name="connsiteX69" fmla="*/ 4449982 w 4890050"/>
                      <a:gd name="connsiteY69" fmla="*/ 3594082 h 3834534"/>
                      <a:gd name="connsiteX70" fmla="*/ 4449982 w 4890050"/>
                      <a:gd name="connsiteY70" fmla="*/ 3834534 h 3834534"/>
                      <a:gd name="connsiteX71" fmla="*/ 4452565 w 4890050"/>
                      <a:gd name="connsiteY71" fmla="*/ 3834534 h 3834534"/>
                      <a:gd name="connsiteX72" fmla="*/ 4714343 w 4890050"/>
                      <a:gd name="connsiteY72" fmla="*/ 3594082 h 3834534"/>
                      <a:gd name="connsiteX73" fmla="*/ 4711762 w 4890050"/>
                      <a:gd name="connsiteY73" fmla="*/ 3594082 h 3834534"/>
                      <a:gd name="connsiteX74" fmla="*/ 4711762 w 4890050"/>
                      <a:gd name="connsiteY74" fmla="*/ 3834534 h 3834534"/>
                      <a:gd name="connsiteX75" fmla="*/ 4714343 w 4890050"/>
                      <a:gd name="connsiteY75" fmla="*/ 3834534 h 3834534"/>
                      <a:gd name="connsiteX76" fmla="*/ 513088 w 4890050"/>
                      <a:gd name="connsiteY76" fmla="*/ 172224 h 3834534"/>
                      <a:gd name="connsiteX77" fmla="*/ 523535 w 4890050"/>
                      <a:gd name="connsiteY77" fmla="*/ 183543 h 3834534"/>
                      <a:gd name="connsiteX78" fmla="*/ 523535 w 4890050"/>
                      <a:gd name="connsiteY78" fmla="*/ 441871 h 3834534"/>
                      <a:gd name="connsiteX79" fmla="*/ 513085 w 4890050"/>
                      <a:gd name="connsiteY79" fmla="*/ 453190 h 3834534"/>
                      <a:gd name="connsiteX80" fmla="*/ 274770 w 4890050"/>
                      <a:gd name="connsiteY80" fmla="*/ 453190 h 3834534"/>
                      <a:gd name="connsiteX81" fmla="*/ 264349 w 4890050"/>
                      <a:gd name="connsiteY81" fmla="*/ 441901 h 3834534"/>
                      <a:gd name="connsiteX82" fmla="*/ 264349 w 4890050"/>
                      <a:gd name="connsiteY82" fmla="*/ 183513 h 3834534"/>
                      <a:gd name="connsiteX83" fmla="*/ 274766 w 4890050"/>
                      <a:gd name="connsiteY83" fmla="*/ 172224 h 3834534"/>
                      <a:gd name="connsiteX84" fmla="*/ 774855 w 4890050"/>
                      <a:gd name="connsiteY84" fmla="*/ 172224 h 3834534"/>
                      <a:gd name="connsiteX85" fmla="*/ 785301 w 4890050"/>
                      <a:gd name="connsiteY85" fmla="*/ 183543 h 3834534"/>
                      <a:gd name="connsiteX86" fmla="*/ 785301 w 4890050"/>
                      <a:gd name="connsiteY86" fmla="*/ 441871 h 3834534"/>
                      <a:gd name="connsiteX87" fmla="*/ 774853 w 4890050"/>
                      <a:gd name="connsiteY87" fmla="*/ 453190 h 3834534"/>
                      <a:gd name="connsiteX88" fmla="*/ 536566 w 4890050"/>
                      <a:gd name="connsiteY88" fmla="*/ 453190 h 3834534"/>
                      <a:gd name="connsiteX89" fmla="*/ 526116 w 4890050"/>
                      <a:gd name="connsiteY89" fmla="*/ 441871 h 3834534"/>
                      <a:gd name="connsiteX90" fmla="*/ 526116 w 4890050"/>
                      <a:gd name="connsiteY90" fmla="*/ 183543 h 3834534"/>
                      <a:gd name="connsiteX91" fmla="*/ 536563 w 4890050"/>
                      <a:gd name="connsiteY91" fmla="*/ 172224 h 3834534"/>
                      <a:gd name="connsiteX92" fmla="*/ 1036571 w 4890050"/>
                      <a:gd name="connsiteY92" fmla="*/ 172224 h 3834534"/>
                      <a:gd name="connsiteX93" fmla="*/ 1046976 w 4890050"/>
                      <a:gd name="connsiteY93" fmla="*/ 183492 h 3834534"/>
                      <a:gd name="connsiteX94" fmla="*/ 1046976 w 4890050"/>
                      <a:gd name="connsiteY94" fmla="*/ 441923 h 3834534"/>
                      <a:gd name="connsiteX95" fmla="*/ 1036571 w 4890050"/>
                      <a:gd name="connsiteY95" fmla="*/ 453190 h 3834534"/>
                      <a:gd name="connsiteX96" fmla="*/ 798334 w 4890050"/>
                      <a:gd name="connsiteY96" fmla="*/ 453190 h 3834534"/>
                      <a:gd name="connsiteX97" fmla="*/ 787885 w 4890050"/>
                      <a:gd name="connsiteY97" fmla="*/ 441871 h 3834534"/>
                      <a:gd name="connsiteX98" fmla="*/ 787885 w 4890050"/>
                      <a:gd name="connsiteY98" fmla="*/ 183543 h 3834534"/>
                      <a:gd name="connsiteX99" fmla="*/ 798331 w 4890050"/>
                      <a:gd name="connsiteY99" fmla="*/ 172224 h 3834534"/>
                      <a:gd name="connsiteX100" fmla="*/ 1298334 w 4890050"/>
                      <a:gd name="connsiteY100" fmla="*/ 172224 h 3834534"/>
                      <a:gd name="connsiteX101" fmla="*/ 1308718 w 4890050"/>
                      <a:gd name="connsiteY101" fmla="*/ 183475 h 3834534"/>
                      <a:gd name="connsiteX102" fmla="*/ 1308718 w 4890050"/>
                      <a:gd name="connsiteY102" fmla="*/ 441939 h 3834534"/>
                      <a:gd name="connsiteX103" fmla="*/ 1298334 w 4890050"/>
                      <a:gd name="connsiteY103" fmla="*/ 453190 h 3834534"/>
                      <a:gd name="connsiteX104" fmla="*/ 1060055 w 4890050"/>
                      <a:gd name="connsiteY104" fmla="*/ 453190 h 3834534"/>
                      <a:gd name="connsiteX105" fmla="*/ 1049562 w 4890050"/>
                      <a:gd name="connsiteY105" fmla="*/ 441815 h 3834534"/>
                      <a:gd name="connsiteX106" fmla="*/ 1049562 w 4890050"/>
                      <a:gd name="connsiteY106" fmla="*/ 183595 h 3834534"/>
                      <a:gd name="connsiteX107" fmla="*/ 1060055 w 4890050"/>
                      <a:gd name="connsiteY107" fmla="*/ 172224 h 3834534"/>
                      <a:gd name="connsiteX108" fmla="*/ 1560089 w 4890050"/>
                      <a:gd name="connsiteY108" fmla="*/ 172224 h 3834534"/>
                      <a:gd name="connsiteX109" fmla="*/ 1570486 w 4890050"/>
                      <a:gd name="connsiteY109" fmla="*/ 183490 h 3834534"/>
                      <a:gd name="connsiteX110" fmla="*/ 1570486 w 4890050"/>
                      <a:gd name="connsiteY110" fmla="*/ 441927 h 3834534"/>
                      <a:gd name="connsiteX111" fmla="*/ 1560090 w 4890050"/>
                      <a:gd name="connsiteY111" fmla="*/ 453190 h 3834534"/>
                      <a:gd name="connsiteX112" fmla="*/ 1321801 w 4890050"/>
                      <a:gd name="connsiteY112" fmla="*/ 453190 h 3834534"/>
                      <a:gd name="connsiteX113" fmla="*/ 1311306 w 4890050"/>
                      <a:gd name="connsiteY113" fmla="*/ 441799 h 3834534"/>
                      <a:gd name="connsiteX114" fmla="*/ 1311306 w 4890050"/>
                      <a:gd name="connsiteY114" fmla="*/ 183605 h 3834534"/>
                      <a:gd name="connsiteX115" fmla="*/ 1321801 w 4890050"/>
                      <a:gd name="connsiteY115" fmla="*/ 172224 h 3834534"/>
                      <a:gd name="connsiteX116" fmla="*/ 1821850 w 4890050"/>
                      <a:gd name="connsiteY116" fmla="*/ 172224 h 3834534"/>
                      <a:gd name="connsiteX117" fmla="*/ 1832238 w 4890050"/>
                      <a:gd name="connsiteY117" fmla="*/ 183484 h 3834534"/>
                      <a:gd name="connsiteX118" fmla="*/ 1832238 w 4890050"/>
                      <a:gd name="connsiteY118" fmla="*/ 441935 h 3834534"/>
                      <a:gd name="connsiteX119" fmla="*/ 1821850 w 4890050"/>
                      <a:gd name="connsiteY119" fmla="*/ 453190 h 3834534"/>
                      <a:gd name="connsiteX120" fmla="*/ 1583567 w 4890050"/>
                      <a:gd name="connsiteY120" fmla="*/ 453190 h 3834534"/>
                      <a:gd name="connsiteX121" fmla="*/ 1573041 w 4890050"/>
                      <a:gd name="connsiteY121" fmla="*/ 441784 h 3834534"/>
                      <a:gd name="connsiteX122" fmla="*/ 1573041 w 4890050"/>
                      <a:gd name="connsiteY122" fmla="*/ 183625 h 3834534"/>
                      <a:gd name="connsiteX123" fmla="*/ 1583564 w 4890050"/>
                      <a:gd name="connsiteY123" fmla="*/ 172224 h 3834534"/>
                      <a:gd name="connsiteX124" fmla="*/ 2083625 w 4890050"/>
                      <a:gd name="connsiteY124" fmla="*/ 172224 h 3834534"/>
                      <a:gd name="connsiteX125" fmla="*/ 2094018 w 4890050"/>
                      <a:gd name="connsiteY125" fmla="*/ 183490 h 3834534"/>
                      <a:gd name="connsiteX126" fmla="*/ 2094018 w 4890050"/>
                      <a:gd name="connsiteY126" fmla="*/ 441927 h 3834534"/>
                      <a:gd name="connsiteX127" fmla="*/ 2083625 w 4890050"/>
                      <a:gd name="connsiteY127" fmla="*/ 453190 h 3834534"/>
                      <a:gd name="connsiteX128" fmla="*/ 1845327 w 4890050"/>
                      <a:gd name="connsiteY128" fmla="*/ 453190 h 3834534"/>
                      <a:gd name="connsiteX129" fmla="*/ 1834821 w 4890050"/>
                      <a:gd name="connsiteY129" fmla="*/ 441806 h 3834534"/>
                      <a:gd name="connsiteX130" fmla="*/ 1834821 w 4890050"/>
                      <a:gd name="connsiteY130" fmla="*/ 183601 h 3834534"/>
                      <a:gd name="connsiteX131" fmla="*/ 1845318 w 4890050"/>
                      <a:gd name="connsiteY131" fmla="*/ 172224 h 3834534"/>
                      <a:gd name="connsiteX132" fmla="*/ 2345401 w 4890050"/>
                      <a:gd name="connsiteY132" fmla="*/ 172224 h 3834534"/>
                      <a:gd name="connsiteX133" fmla="*/ 2355746 w 4890050"/>
                      <a:gd name="connsiteY133" fmla="*/ 183448 h 3834534"/>
                      <a:gd name="connsiteX134" fmla="*/ 2355746 w 4890050"/>
                      <a:gd name="connsiteY134" fmla="*/ 441971 h 3834534"/>
                      <a:gd name="connsiteX135" fmla="*/ 2345405 w 4890050"/>
                      <a:gd name="connsiteY135" fmla="*/ 453190 h 3834534"/>
                      <a:gd name="connsiteX136" fmla="*/ 2107106 w 4890050"/>
                      <a:gd name="connsiteY136" fmla="*/ 453190 h 3834534"/>
                      <a:gd name="connsiteX137" fmla="*/ 2096579 w 4890050"/>
                      <a:gd name="connsiteY137" fmla="*/ 441785 h 3834534"/>
                      <a:gd name="connsiteX138" fmla="*/ 2096579 w 4890050"/>
                      <a:gd name="connsiteY138" fmla="*/ 183625 h 3834534"/>
                      <a:gd name="connsiteX139" fmla="*/ 2107099 w 4890050"/>
                      <a:gd name="connsiteY139" fmla="*/ 172224 h 3834534"/>
                      <a:gd name="connsiteX140" fmla="*/ 2607169 w 4890050"/>
                      <a:gd name="connsiteY140" fmla="*/ 172224 h 3834534"/>
                      <a:gd name="connsiteX141" fmla="*/ 2617526 w 4890050"/>
                      <a:gd name="connsiteY141" fmla="*/ 183446 h 3834534"/>
                      <a:gd name="connsiteX142" fmla="*/ 2617526 w 4890050"/>
                      <a:gd name="connsiteY142" fmla="*/ 441971 h 3834534"/>
                      <a:gd name="connsiteX143" fmla="*/ 2607171 w 4890050"/>
                      <a:gd name="connsiteY143" fmla="*/ 453190 h 3834534"/>
                      <a:gd name="connsiteX144" fmla="*/ 2368891 w 4890050"/>
                      <a:gd name="connsiteY144" fmla="*/ 453190 h 3834534"/>
                      <a:gd name="connsiteX145" fmla="*/ 2358338 w 4890050"/>
                      <a:gd name="connsiteY145" fmla="*/ 441766 h 3834534"/>
                      <a:gd name="connsiteX146" fmla="*/ 2358338 w 4890050"/>
                      <a:gd name="connsiteY146" fmla="*/ 183641 h 3834534"/>
                      <a:gd name="connsiteX147" fmla="*/ 2368877 w 4890050"/>
                      <a:gd name="connsiteY147" fmla="*/ 172224 h 3834534"/>
                      <a:gd name="connsiteX148" fmla="*/ 2868938 w 4890050"/>
                      <a:gd name="connsiteY148" fmla="*/ 172224 h 3834534"/>
                      <a:gd name="connsiteX149" fmla="*/ 2879302 w 4890050"/>
                      <a:gd name="connsiteY149" fmla="*/ 183452 h 3834534"/>
                      <a:gd name="connsiteX150" fmla="*/ 2879302 w 4890050"/>
                      <a:gd name="connsiteY150" fmla="*/ 441970 h 3834534"/>
                      <a:gd name="connsiteX151" fmla="*/ 2868944 w 4890050"/>
                      <a:gd name="connsiteY151" fmla="*/ 453190 h 3834534"/>
                      <a:gd name="connsiteX152" fmla="*/ 2630653 w 4890050"/>
                      <a:gd name="connsiteY152" fmla="*/ 453190 h 3834534"/>
                      <a:gd name="connsiteX153" fmla="*/ 2620086 w 4890050"/>
                      <a:gd name="connsiteY153" fmla="*/ 441742 h 3834534"/>
                      <a:gd name="connsiteX154" fmla="*/ 2620086 w 4890050"/>
                      <a:gd name="connsiteY154" fmla="*/ 183665 h 3834534"/>
                      <a:gd name="connsiteX155" fmla="*/ 2630646 w 4890050"/>
                      <a:gd name="connsiteY155" fmla="*/ 172224 h 3834534"/>
                      <a:gd name="connsiteX156" fmla="*/ 3130709 w 4890050"/>
                      <a:gd name="connsiteY156" fmla="*/ 172224 h 3834534"/>
                      <a:gd name="connsiteX157" fmla="*/ 3141069 w 4890050"/>
                      <a:gd name="connsiteY157" fmla="*/ 183450 h 3834534"/>
                      <a:gd name="connsiteX158" fmla="*/ 3141069 w 4890050"/>
                      <a:gd name="connsiteY158" fmla="*/ 441970 h 3834534"/>
                      <a:gd name="connsiteX159" fmla="*/ 3130712 w 4890050"/>
                      <a:gd name="connsiteY159" fmla="*/ 453190 h 3834534"/>
                      <a:gd name="connsiteX160" fmla="*/ 2892423 w 4890050"/>
                      <a:gd name="connsiteY160" fmla="*/ 453190 h 3834534"/>
                      <a:gd name="connsiteX161" fmla="*/ 2881885 w 4890050"/>
                      <a:gd name="connsiteY161" fmla="*/ 441774 h 3834534"/>
                      <a:gd name="connsiteX162" fmla="*/ 2881885 w 4890050"/>
                      <a:gd name="connsiteY162" fmla="*/ 183635 h 3834534"/>
                      <a:gd name="connsiteX163" fmla="*/ 2892415 w 4890050"/>
                      <a:gd name="connsiteY163" fmla="*/ 172224 h 3834534"/>
                      <a:gd name="connsiteX164" fmla="*/ 3392484 w 4890050"/>
                      <a:gd name="connsiteY164" fmla="*/ 172224 h 3834534"/>
                      <a:gd name="connsiteX165" fmla="*/ 3402872 w 4890050"/>
                      <a:gd name="connsiteY165" fmla="*/ 183478 h 3834534"/>
                      <a:gd name="connsiteX166" fmla="*/ 3402872 w 4890050"/>
                      <a:gd name="connsiteY166" fmla="*/ 441939 h 3834534"/>
                      <a:gd name="connsiteX167" fmla="*/ 3392485 w 4890050"/>
                      <a:gd name="connsiteY167" fmla="*/ 453190 h 3834534"/>
                      <a:gd name="connsiteX168" fmla="*/ 3154195 w 4890050"/>
                      <a:gd name="connsiteY168" fmla="*/ 453190 h 3834534"/>
                      <a:gd name="connsiteX169" fmla="*/ 3143653 w 4890050"/>
                      <a:gd name="connsiteY169" fmla="*/ 441773 h 3834534"/>
                      <a:gd name="connsiteX170" fmla="*/ 3143653 w 4890050"/>
                      <a:gd name="connsiteY170" fmla="*/ 183635 h 3834534"/>
                      <a:gd name="connsiteX171" fmla="*/ 3154186 w 4890050"/>
                      <a:gd name="connsiteY171" fmla="*/ 172224 h 3834534"/>
                      <a:gd name="connsiteX172" fmla="*/ 3654243 w 4890050"/>
                      <a:gd name="connsiteY172" fmla="*/ 172224 h 3834534"/>
                      <a:gd name="connsiteX173" fmla="*/ 3664627 w 4890050"/>
                      <a:gd name="connsiteY173" fmla="*/ 183475 h 3834534"/>
                      <a:gd name="connsiteX174" fmla="*/ 3664627 w 4890050"/>
                      <a:gd name="connsiteY174" fmla="*/ 441944 h 3834534"/>
                      <a:gd name="connsiteX175" fmla="*/ 3654247 w 4890050"/>
                      <a:gd name="connsiteY175" fmla="*/ 453190 h 3834534"/>
                      <a:gd name="connsiteX176" fmla="*/ 3415967 w 4890050"/>
                      <a:gd name="connsiteY176" fmla="*/ 453190 h 3834534"/>
                      <a:gd name="connsiteX177" fmla="*/ 3405428 w 4890050"/>
                      <a:gd name="connsiteY177" fmla="*/ 441773 h 3834534"/>
                      <a:gd name="connsiteX178" fmla="*/ 3405428 w 4890050"/>
                      <a:gd name="connsiteY178" fmla="*/ 183635 h 3834534"/>
                      <a:gd name="connsiteX179" fmla="*/ 3415961 w 4890050"/>
                      <a:gd name="connsiteY179" fmla="*/ 172224 h 3834534"/>
                      <a:gd name="connsiteX180" fmla="*/ 3916023 w 4890050"/>
                      <a:gd name="connsiteY180" fmla="*/ 172224 h 3834534"/>
                      <a:gd name="connsiteX181" fmla="*/ 3926415 w 4890050"/>
                      <a:gd name="connsiteY181" fmla="*/ 183477 h 3834534"/>
                      <a:gd name="connsiteX182" fmla="*/ 3926415 w 4890050"/>
                      <a:gd name="connsiteY182" fmla="*/ 441939 h 3834534"/>
                      <a:gd name="connsiteX183" fmla="*/ 3916025 w 4890050"/>
                      <a:gd name="connsiteY183" fmla="*/ 453190 h 3834534"/>
                      <a:gd name="connsiteX184" fmla="*/ 3677728 w 4890050"/>
                      <a:gd name="connsiteY184" fmla="*/ 453190 h 3834534"/>
                      <a:gd name="connsiteX185" fmla="*/ 3667182 w 4890050"/>
                      <a:gd name="connsiteY185" fmla="*/ 441767 h 3834534"/>
                      <a:gd name="connsiteX186" fmla="*/ 3667182 w 4890050"/>
                      <a:gd name="connsiteY186" fmla="*/ 183640 h 3834534"/>
                      <a:gd name="connsiteX187" fmla="*/ 3677720 w 4890050"/>
                      <a:gd name="connsiteY187" fmla="*/ 172224 h 3834534"/>
                      <a:gd name="connsiteX188" fmla="*/ 4177811 w 4890050"/>
                      <a:gd name="connsiteY188" fmla="*/ 172224 h 3834534"/>
                      <a:gd name="connsiteX189" fmla="*/ 4188164 w 4890050"/>
                      <a:gd name="connsiteY189" fmla="*/ 183446 h 3834534"/>
                      <a:gd name="connsiteX190" fmla="*/ 4188164 w 4890050"/>
                      <a:gd name="connsiteY190" fmla="*/ 441971 h 3834534"/>
                      <a:gd name="connsiteX191" fmla="*/ 4177811 w 4890050"/>
                      <a:gd name="connsiteY191" fmla="*/ 453190 h 3834534"/>
                      <a:gd name="connsiteX192" fmla="*/ 3939502 w 4890050"/>
                      <a:gd name="connsiteY192" fmla="*/ 453190 h 3834534"/>
                      <a:gd name="connsiteX193" fmla="*/ 3928974 w 4890050"/>
                      <a:gd name="connsiteY193" fmla="*/ 441776 h 3834534"/>
                      <a:gd name="connsiteX194" fmla="*/ 3928974 w 4890050"/>
                      <a:gd name="connsiteY194" fmla="*/ 183634 h 3834534"/>
                      <a:gd name="connsiteX195" fmla="*/ 3939494 w 4890050"/>
                      <a:gd name="connsiteY195" fmla="*/ 172224 h 3834534"/>
                      <a:gd name="connsiteX196" fmla="*/ 4439569 w 4890050"/>
                      <a:gd name="connsiteY196" fmla="*/ 172224 h 3834534"/>
                      <a:gd name="connsiteX197" fmla="*/ 4449916 w 4890050"/>
                      <a:gd name="connsiteY197" fmla="*/ 183437 h 3834534"/>
                      <a:gd name="connsiteX198" fmla="*/ 4449916 w 4890050"/>
                      <a:gd name="connsiteY198" fmla="*/ 441981 h 3834534"/>
                      <a:gd name="connsiteX199" fmla="*/ 4439571 w 4890050"/>
                      <a:gd name="connsiteY199" fmla="*/ 453190 h 3834534"/>
                      <a:gd name="connsiteX200" fmla="*/ 4201294 w 4890050"/>
                      <a:gd name="connsiteY200" fmla="*/ 453190 h 3834534"/>
                      <a:gd name="connsiteX201" fmla="*/ 4190720 w 4890050"/>
                      <a:gd name="connsiteY201" fmla="*/ 441738 h 3834534"/>
                      <a:gd name="connsiteX202" fmla="*/ 4190720 w 4890050"/>
                      <a:gd name="connsiteY202" fmla="*/ 183670 h 3834534"/>
                      <a:gd name="connsiteX203" fmla="*/ 4201287 w 4890050"/>
                      <a:gd name="connsiteY203" fmla="*/ 172224 h 3834534"/>
                      <a:gd name="connsiteX204" fmla="*/ 4701344 w 4890050"/>
                      <a:gd name="connsiteY204" fmla="*/ 172224 h 3834534"/>
                      <a:gd name="connsiteX205" fmla="*/ 4711701 w 4890050"/>
                      <a:gd name="connsiteY205" fmla="*/ 183446 h 3834534"/>
                      <a:gd name="connsiteX206" fmla="*/ 4711701 w 4890050"/>
                      <a:gd name="connsiteY206" fmla="*/ 441971 h 3834534"/>
                      <a:gd name="connsiteX207" fmla="*/ 4701345 w 4890050"/>
                      <a:gd name="connsiteY207" fmla="*/ 453190 h 3834534"/>
                      <a:gd name="connsiteX208" fmla="*/ 4463050 w 4890050"/>
                      <a:gd name="connsiteY208" fmla="*/ 453190 h 3834534"/>
                      <a:gd name="connsiteX209" fmla="*/ 4452500 w 4890050"/>
                      <a:gd name="connsiteY209" fmla="*/ 441759 h 3834534"/>
                      <a:gd name="connsiteX210" fmla="*/ 4452500 w 4890050"/>
                      <a:gd name="connsiteY210" fmla="*/ 183648 h 3834534"/>
                      <a:gd name="connsiteX211" fmla="*/ 4463042 w 4890050"/>
                      <a:gd name="connsiteY211" fmla="*/ 172224 h 3834534"/>
                      <a:gd name="connsiteX212" fmla="*/ 4714281 w 4890050"/>
                      <a:gd name="connsiteY212" fmla="*/ 0 h 3834534"/>
                      <a:gd name="connsiteX213" fmla="*/ 4711697 w 4890050"/>
                      <a:gd name="connsiteY213" fmla="*/ 0 h 3834534"/>
                      <a:gd name="connsiteX214" fmla="*/ 4711697 w 4890050"/>
                      <a:gd name="connsiteY214" fmla="*/ 158224 h 3834534"/>
                      <a:gd name="connsiteX215" fmla="*/ 4701343 w 4890050"/>
                      <a:gd name="connsiteY215" fmla="*/ 169441 h 3834534"/>
                      <a:gd name="connsiteX216" fmla="*/ 4463044 w 4890050"/>
                      <a:gd name="connsiteY216" fmla="*/ 169441 h 3834534"/>
                      <a:gd name="connsiteX217" fmla="*/ 4452494 w 4890050"/>
                      <a:gd name="connsiteY217" fmla="*/ 158012 h 3834534"/>
                      <a:gd name="connsiteX218" fmla="*/ 4452494 w 4890050"/>
                      <a:gd name="connsiteY218" fmla="*/ 0 h 3834534"/>
                      <a:gd name="connsiteX219" fmla="*/ 4449913 w 4890050"/>
                      <a:gd name="connsiteY219" fmla="*/ 0 h 3834534"/>
                      <a:gd name="connsiteX220" fmla="*/ 4449913 w 4890050"/>
                      <a:gd name="connsiteY220" fmla="*/ 158231 h 3834534"/>
                      <a:gd name="connsiteX221" fmla="*/ 4439567 w 4890050"/>
                      <a:gd name="connsiteY221" fmla="*/ 169441 h 3834534"/>
                      <a:gd name="connsiteX222" fmla="*/ 4201291 w 4890050"/>
                      <a:gd name="connsiteY222" fmla="*/ 169441 h 3834534"/>
                      <a:gd name="connsiteX223" fmla="*/ 4190714 w 4890050"/>
                      <a:gd name="connsiteY223" fmla="*/ 157990 h 3834534"/>
                      <a:gd name="connsiteX224" fmla="*/ 4190714 w 4890050"/>
                      <a:gd name="connsiteY224" fmla="*/ 0 h 3834534"/>
                      <a:gd name="connsiteX225" fmla="*/ 4188161 w 4890050"/>
                      <a:gd name="connsiteY225" fmla="*/ 0 h 3834534"/>
                      <a:gd name="connsiteX226" fmla="*/ 4188161 w 4890050"/>
                      <a:gd name="connsiteY226" fmla="*/ 158224 h 3834534"/>
                      <a:gd name="connsiteX227" fmla="*/ 4177809 w 4890050"/>
                      <a:gd name="connsiteY227" fmla="*/ 169441 h 3834534"/>
                      <a:gd name="connsiteX228" fmla="*/ 3939494 w 4890050"/>
                      <a:gd name="connsiteY228" fmla="*/ 169441 h 3834534"/>
                      <a:gd name="connsiteX229" fmla="*/ 3928969 w 4890050"/>
                      <a:gd name="connsiteY229" fmla="*/ 158026 h 3834534"/>
                      <a:gd name="connsiteX230" fmla="*/ 3928969 w 4890050"/>
                      <a:gd name="connsiteY230" fmla="*/ 0 h 3834534"/>
                      <a:gd name="connsiteX231" fmla="*/ 3926409 w 4890050"/>
                      <a:gd name="connsiteY231" fmla="*/ 0 h 3834534"/>
                      <a:gd name="connsiteX232" fmla="*/ 3926409 w 4890050"/>
                      <a:gd name="connsiteY232" fmla="*/ 158192 h 3834534"/>
                      <a:gd name="connsiteX233" fmla="*/ 3916022 w 4890050"/>
                      <a:gd name="connsiteY233" fmla="*/ 169441 h 3834534"/>
                      <a:gd name="connsiteX234" fmla="*/ 3677720 w 4890050"/>
                      <a:gd name="connsiteY234" fmla="*/ 169441 h 3834534"/>
                      <a:gd name="connsiteX235" fmla="*/ 3667179 w 4890050"/>
                      <a:gd name="connsiteY235" fmla="*/ 158018 h 3834534"/>
                      <a:gd name="connsiteX236" fmla="*/ 3667179 w 4890050"/>
                      <a:gd name="connsiteY236" fmla="*/ 0 h 3834534"/>
                      <a:gd name="connsiteX237" fmla="*/ 3664622 w 4890050"/>
                      <a:gd name="connsiteY237" fmla="*/ 0 h 3834534"/>
                      <a:gd name="connsiteX238" fmla="*/ 3664622 w 4890050"/>
                      <a:gd name="connsiteY238" fmla="*/ 158195 h 3834534"/>
                      <a:gd name="connsiteX239" fmla="*/ 3654242 w 4890050"/>
                      <a:gd name="connsiteY239" fmla="*/ 169441 h 3834534"/>
                      <a:gd name="connsiteX240" fmla="*/ 3415962 w 4890050"/>
                      <a:gd name="connsiteY240" fmla="*/ 169441 h 3834534"/>
                      <a:gd name="connsiteX241" fmla="*/ 3405422 w 4890050"/>
                      <a:gd name="connsiteY241" fmla="*/ 158025 h 3834534"/>
                      <a:gd name="connsiteX242" fmla="*/ 3405422 w 4890050"/>
                      <a:gd name="connsiteY242" fmla="*/ 0 h 3834534"/>
                      <a:gd name="connsiteX243" fmla="*/ 3402867 w 4890050"/>
                      <a:gd name="connsiteY243" fmla="*/ 0 h 3834534"/>
                      <a:gd name="connsiteX244" fmla="*/ 3402867 w 4890050"/>
                      <a:gd name="connsiteY244" fmla="*/ 158192 h 3834534"/>
                      <a:gd name="connsiteX245" fmla="*/ 3392481 w 4890050"/>
                      <a:gd name="connsiteY245" fmla="*/ 169441 h 3834534"/>
                      <a:gd name="connsiteX246" fmla="*/ 3154187 w 4890050"/>
                      <a:gd name="connsiteY246" fmla="*/ 169441 h 3834534"/>
                      <a:gd name="connsiteX247" fmla="*/ 3143648 w 4890050"/>
                      <a:gd name="connsiteY247" fmla="*/ 158025 h 3834534"/>
                      <a:gd name="connsiteX248" fmla="*/ 3143648 w 4890050"/>
                      <a:gd name="connsiteY248" fmla="*/ 0 h 3834534"/>
                      <a:gd name="connsiteX249" fmla="*/ 3141066 w 4890050"/>
                      <a:gd name="connsiteY249" fmla="*/ 0 h 3834534"/>
                      <a:gd name="connsiteX250" fmla="*/ 3141066 w 4890050"/>
                      <a:gd name="connsiteY250" fmla="*/ 158217 h 3834534"/>
                      <a:gd name="connsiteX251" fmla="*/ 3130707 w 4890050"/>
                      <a:gd name="connsiteY251" fmla="*/ 169441 h 3834534"/>
                      <a:gd name="connsiteX252" fmla="*/ 2892418 w 4890050"/>
                      <a:gd name="connsiteY252" fmla="*/ 169441 h 3834534"/>
                      <a:gd name="connsiteX253" fmla="*/ 2881884 w 4890050"/>
                      <a:gd name="connsiteY253" fmla="*/ 158027 h 3834534"/>
                      <a:gd name="connsiteX254" fmla="*/ 2881884 w 4890050"/>
                      <a:gd name="connsiteY254" fmla="*/ 0 h 3834534"/>
                      <a:gd name="connsiteX255" fmla="*/ 2879296 w 4890050"/>
                      <a:gd name="connsiteY255" fmla="*/ 0 h 3834534"/>
                      <a:gd name="connsiteX256" fmla="*/ 2879296 w 4890050"/>
                      <a:gd name="connsiteY256" fmla="*/ 158219 h 3834534"/>
                      <a:gd name="connsiteX257" fmla="*/ 2868932 w 4890050"/>
                      <a:gd name="connsiteY257" fmla="*/ 169441 h 3834534"/>
                      <a:gd name="connsiteX258" fmla="*/ 2630646 w 4890050"/>
                      <a:gd name="connsiteY258" fmla="*/ 169441 h 3834534"/>
                      <a:gd name="connsiteX259" fmla="*/ 2620081 w 4890050"/>
                      <a:gd name="connsiteY259" fmla="*/ 157993 h 3834534"/>
                      <a:gd name="connsiteX260" fmla="*/ 2620081 w 4890050"/>
                      <a:gd name="connsiteY260" fmla="*/ 0 h 3834534"/>
                      <a:gd name="connsiteX261" fmla="*/ 2617520 w 4890050"/>
                      <a:gd name="connsiteY261" fmla="*/ 0 h 3834534"/>
                      <a:gd name="connsiteX262" fmla="*/ 2617520 w 4890050"/>
                      <a:gd name="connsiteY262" fmla="*/ 158224 h 3834534"/>
                      <a:gd name="connsiteX263" fmla="*/ 2607169 w 4890050"/>
                      <a:gd name="connsiteY263" fmla="*/ 169441 h 3834534"/>
                      <a:gd name="connsiteX264" fmla="*/ 2368886 w 4890050"/>
                      <a:gd name="connsiteY264" fmla="*/ 169441 h 3834534"/>
                      <a:gd name="connsiteX265" fmla="*/ 2358329 w 4890050"/>
                      <a:gd name="connsiteY265" fmla="*/ 158018 h 3834534"/>
                      <a:gd name="connsiteX266" fmla="*/ 2358329 w 4890050"/>
                      <a:gd name="connsiteY266" fmla="*/ 0 h 3834534"/>
                      <a:gd name="connsiteX267" fmla="*/ 2355744 w 4890050"/>
                      <a:gd name="connsiteY267" fmla="*/ 0 h 3834534"/>
                      <a:gd name="connsiteX268" fmla="*/ 2355744 w 4890050"/>
                      <a:gd name="connsiteY268" fmla="*/ 158222 h 3834534"/>
                      <a:gd name="connsiteX269" fmla="*/ 2345401 w 4890050"/>
                      <a:gd name="connsiteY269" fmla="*/ 169441 h 3834534"/>
                      <a:gd name="connsiteX270" fmla="*/ 2107102 w 4890050"/>
                      <a:gd name="connsiteY270" fmla="*/ 169441 h 3834534"/>
                      <a:gd name="connsiteX271" fmla="*/ 2096575 w 4890050"/>
                      <a:gd name="connsiteY271" fmla="*/ 158034 h 3834534"/>
                      <a:gd name="connsiteX272" fmla="*/ 2096575 w 4890050"/>
                      <a:gd name="connsiteY272" fmla="*/ 0 h 3834534"/>
                      <a:gd name="connsiteX273" fmla="*/ 2094012 w 4890050"/>
                      <a:gd name="connsiteY273" fmla="*/ 0 h 3834534"/>
                      <a:gd name="connsiteX274" fmla="*/ 2094012 w 4890050"/>
                      <a:gd name="connsiteY274" fmla="*/ 158180 h 3834534"/>
                      <a:gd name="connsiteX275" fmla="*/ 2083625 w 4890050"/>
                      <a:gd name="connsiteY275" fmla="*/ 169441 h 3834534"/>
                      <a:gd name="connsiteX276" fmla="*/ 1845319 w 4890050"/>
                      <a:gd name="connsiteY276" fmla="*/ 169441 h 3834534"/>
                      <a:gd name="connsiteX277" fmla="*/ 1834815 w 4890050"/>
                      <a:gd name="connsiteY277" fmla="*/ 158058 h 3834534"/>
                      <a:gd name="connsiteX278" fmla="*/ 1834815 w 4890050"/>
                      <a:gd name="connsiteY278" fmla="*/ 0 h 3834534"/>
                      <a:gd name="connsiteX279" fmla="*/ 1832233 w 4890050"/>
                      <a:gd name="connsiteY279" fmla="*/ 0 h 3834534"/>
                      <a:gd name="connsiteX280" fmla="*/ 1832233 w 4890050"/>
                      <a:gd name="connsiteY280" fmla="*/ 158185 h 3834534"/>
                      <a:gd name="connsiteX281" fmla="*/ 1821844 w 4890050"/>
                      <a:gd name="connsiteY281" fmla="*/ 169441 h 3834534"/>
                      <a:gd name="connsiteX282" fmla="*/ 1583564 w 4890050"/>
                      <a:gd name="connsiteY282" fmla="*/ 169441 h 3834534"/>
                      <a:gd name="connsiteX283" fmla="*/ 1573040 w 4890050"/>
                      <a:gd name="connsiteY283" fmla="*/ 158035 h 3834534"/>
                      <a:gd name="connsiteX284" fmla="*/ 1573040 w 4890050"/>
                      <a:gd name="connsiteY284" fmla="*/ 0 h 3834534"/>
                      <a:gd name="connsiteX285" fmla="*/ 1570484 w 4890050"/>
                      <a:gd name="connsiteY285" fmla="*/ 0 h 3834534"/>
                      <a:gd name="connsiteX286" fmla="*/ 1570484 w 4890050"/>
                      <a:gd name="connsiteY286" fmla="*/ 158178 h 3834534"/>
                      <a:gd name="connsiteX287" fmla="*/ 1560085 w 4890050"/>
                      <a:gd name="connsiteY287" fmla="*/ 169441 h 3834534"/>
                      <a:gd name="connsiteX288" fmla="*/ 1321801 w 4890050"/>
                      <a:gd name="connsiteY288" fmla="*/ 169441 h 3834534"/>
                      <a:gd name="connsiteX289" fmla="*/ 1311283 w 4890050"/>
                      <a:gd name="connsiteY289" fmla="*/ 158052 h 3834534"/>
                      <a:gd name="connsiteX290" fmla="*/ 1311283 w 4890050"/>
                      <a:gd name="connsiteY290" fmla="*/ 0 h 3834534"/>
                      <a:gd name="connsiteX291" fmla="*/ 1308708 w 4890050"/>
                      <a:gd name="connsiteY291" fmla="*/ 0 h 3834534"/>
                      <a:gd name="connsiteX292" fmla="*/ 1308708 w 4890050"/>
                      <a:gd name="connsiteY292" fmla="*/ 158192 h 3834534"/>
                      <a:gd name="connsiteX293" fmla="*/ 1298334 w 4890050"/>
                      <a:gd name="connsiteY293" fmla="*/ 169441 h 3834534"/>
                      <a:gd name="connsiteX294" fmla="*/ 1060055 w 4890050"/>
                      <a:gd name="connsiteY294" fmla="*/ 169441 h 3834534"/>
                      <a:gd name="connsiteX295" fmla="*/ 1049557 w 4890050"/>
                      <a:gd name="connsiteY295" fmla="*/ 158066 h 3834534"/>
                      <a:gd name="connsiteX296" fmla="*/ 1049557 w 4890050"/>
                      <a:gd name="connsiteY296" fmla="*/ 0 h 3834534"/>
                      <a:gd name="connsiteX297" fmla="*/ 1046974 w 4890050"/>
                      <a:gd name="connsiteY297" fmla="*/ 0 h 3834534"/>
                      <a:gd name="connsiteX298" fmla="*/ 1046974 w 4890050"/>
                      <a:gd name="connsiteY298" fmla="*/ 158175 h 3834534"/>
                      <a:gd name="connsiteX299" fmla="*/ 1036571 w 4890050"/>
                      <a:gd name="connsiteY299" fmla="*/ 169441 h 3834534"/>
                      <a:gd name="connsiteX300" fmla="*/ 798333 w 4890050"/>
                      <a:gd name="connsiteY300" fmla="*/ 169441 h 3834534"/>
                      <a:gd name="connsiteX301" fmla="*/ 787885 w 4890050"/>
                      <a:gd name="connsiteY301" fmla="*/ 158122 h 3834534"/>
                      <a:gd name="connsiteX302" fmla="*/ 787885 w 4890050"/>
                      <a:gd name="connsiteY302" fmla="*/ 0 h 3834534"/>
                      <a:gd name="connsiteX303" fmla="*/ 785301 w 4890050"/>
                      <a:gd name="connsiteY303" fmla="*/ 0 h 3834534"/>
                      <a:gd name="connsiteX304" fmla="*/ 785301 w 4890050"/>
                      <a:gd name="connsiteY304" fmla="*/ 158122 h 3834534"/>
                      <a:gd name="connsiteX305" fmla="*/ 774854 w 4890050"/>
                      <a:gd name="connsiteY305" fmla="*/ 169441 h 3834534"/>
                      <a:gd name="connsiteX306" fmla="*/ 536565 w 4890050"/>
                      <a:gd name="connsiteY306" fmla="*/ 169441 h 3834534"/>
                      <a:gd name="connsiteX307" fmla="*/ 526116 w 4890050"/>
                      <a:gd name="connsiteY307" fmla="*/ 158122 h 3834534"/>
                      <a:gd name="connsiteX308" fmla="*/ 526116 w 4890050"/>
                      <a:gd name="connsiteY308" fmla="*/ 0 h 3834534"/>
                      <a:gd name="connsiteX309" fmla="*/ 523535 w 4890050"/>
                      <a:gd name="connsiteY309" fmla="*/ 0 h 3834534"/>
                      <a:gd name="connsiteX310" fmla="*/ 523535 w 4890050"/>
                      <a:gd name="connsiteY310" fmla="*/ 158122 h 3834534"/>
                      <a:gd name="connsiteX311" fmla="*/ 513086 w 4890050"/>
                      <a:gd name="connsiteY311" fmla="*/ 169441 h 3834534"/>
                      <a:gd name="connsiteX312" fmla="*/ 274769 w 4890050"/>
                      <a:gd name="connsiteY312" fmla="*/ 169441 h 3834534"/>
                      <a:gd name="connsiteX313" fmla="*/ 264349 w 4890050"/>
                      <a:gd name="connsiteY313" fmla="*/ 158152 h 3834534"/>
                      <a:gd name="connsiteX314" fmla="*/ 264349 w 4890050"/>
                      <a:gd name="connsiteY314" fmla="*/ 0 h 3834534"/>
                      <a:gd name="connsiteX315" fmla="*/ 261767 w 4890050"/>
                      <a:gd name="connsiteY315" fmla="*/ 0 h 3834534"/>
                      <a:gd name="connsiteX316" fmla="*/ 261767 w 4890050"/>
                      <a:gd name="connsiteY316" fmla="*/ 158091 h 3834534"/>
                      <a:gd name="connsiteX317" fmla="*/ 251291 w 4890050"/>
                      <a:gd name="connsiteY317" fmla="*/ 169441 h 3834534"/>
                      <a:gd name="connsiteX318" fmla="*/ 67161 w 4890050"/>
                      <a:gd name="connsiteY318" fmla="*/ 169441 h 3834534"/>
                      <a:gd name="connsiteX319" fmla="*/ 67161 w 4890050"/>
                      <a:gd name="connsiteY319" fmla="*/ 172224 h 3834534"/>
                      <a:gd name="connsiteX320" fmla="*/ 251294 w 4890050"/>
                      <a:gd name="connsiteY320" fmla="*/ 172224 h 3834534"/>
                      <a:gd name="connsiteX321" fmla="*/ 261767 w 4890050"/>
                      <a:gd name="connsiteY321" fmla="*/ 183573 h 3834534"/>
                      <a:gd name="connsiteX322" fmla="*/ 261767 w 4890050"/>
                      <a:gd name="connsiteY322" fmla="*/ 441841 h 3834534"/>
                      <a:gd name="connsiteX323" fmla="*/ 251289 w 4890050"/>
                      <a:gd name="connsiteY323" fmla="*/ 453190 h 3834534"/>
                      <a:gd name="connsiteX324" fmla="*/ 67161 w 4890050"/>
                      <a:gd name="connsiteY324" fmla="*/ 453190 h 3834534"/>
                      <a:gd name="connsiteX325" fmla="*/ 67161 w 4890050"/>
                      <a:gd name="connsiteY325" fmla="*/ 455974 h 3834534"/>
                      <a:gd name="connsiteX326" fmla="*/ 251294 w 4890050"/>
                      <a:gd name="connsiteY326" fmla="*/ 455974 h 3834534"/>
                      <a:gd name="connsiteX327" fmla="*/ 261767 w 4890050"/>
                      <a:gd name="connsiteY327" fmla="*/ 467322 h 3834534"/>
                      <a:gd name="connsiteX328" fmla="*/ 261767 w 4890050"/>
                      <a:gd name="connsiteY328" fmla="*/ 561322 h 3834534"/>
                      <a:gd name="connsiteX329" fmla="*/ 264349 w 4890050"/>
                      <a:gd name="connsiteY329" fmla="*/ 561322 h 3834534"/>
                      <a:gd name="connsiteX330" fmla="*/ 264349 w 4890050"/>
                      <a:gd name="connsiteY330" fmla="*/ 467261 h 3834534"/>
                      <a:gd name="connsiteX331" fmla="*/ 274765 w 4890050"/>
                      <a:gd name="connsiteY331" fmla="*/ 455974 h 3834534"/>
                      <a:gd name="connsiteX332" fmla="*/ 513089 w 4890050"/>
                      <a:gd name="connsiteY332" fmla="*/ 455974 h 3834534"/>
                      <a:gd name="connsiteX333" fmla="*/ 523535 w 4890050"/>
                      <a:gd name="connsiteY333" fmla="*/ 467290 h 3834534"/>
                      <a:gd name="connsiteX334" fmla="*/ 523535 w 4890050"/>
                      <a:gd name="connsiteY334" fmla="*/ 561322 h 3834534"/>
                      <a:gd name="connsiteX335" fmla="*/ 526116 w 4890050"/>
                      <a:gd name="connsiteY335" fmla="*/ 561322 h 3834534"/>
                      <a:gd name="connsiteX336" fmla="*/ 526116 w 4890050"/>
                      <a:gd name="connsiteY336" fmla="*/ 467290 h 3834534"/>
                      <a:gd name="connsiteX337" fmla="*/ 536562 w 4890050"/>
                      <a:gd name="connsiteY337" fmla="*/ 455974 h 3834534"/>
                      <a:gd name="connsiteX338" fmla="*/ 774856 w 4890050"/>
                      <a:gd name="connsiteY338" fmla="*/ 455974 h 3834534"/>
                      <a:gd name="connsiteX339" fmla="*/ 785301 w 4890050"/>
                      <a:gd name="connsiteY339" fmla="*/ 467290 h 3834534"/>
                      <a:gd name="connsiteX340" fmla="*/ 785301 w 4890050"/>
                      <a:gd name="connsiteY340" fmla="*/ 561322 h 3834534"/>
                      <a:gd name="connsiteX341" fmla="*/ 787885 w 4890050"/>
                      <a:gd name="connsiteY341" fmla="*/ 561322 h 3834534"/>
                      <a:gd name="connsiteX342" fmla="*/ 787885 w 4890050"/>
                      <a:gd name="connsiteY342" fmla="*/ 467290 h 3834534"/>
                      <a:gd name="connsiteX343" fmla="*/ 798330 w 4890050"/>
                      <a:gd name="connsiteY343" fmla="*/ 455974 h 3834534"/>
                      <a:gd name="connsiteX344" fmla="*/ 1036577 w 4890050"/>
                      <a:gd name="connsiteY344" fmla="*/ 455974 h 3834534"/>
                      <a:gd name="connsiteX345" fmla="*/ 1046980 w 4890050"/>
                      <a:gd name="connsiteY345" fmla="*/ 467241 h 3834534"/>
                      <a:gd name="connsiteX346" fmla="*/ 1046980 w 4890050"/>
                      <a:gd name="connsiteY346" fmla="*/ 561322 h 3834534"/>
                      <a:gd name="connsiteX347" fmla="*/ 1049562 w 4890050"/>
                      <a:gd name="connsiteY347" fmla="*/ 561322 h 3834534"/>
                      <a:gd name="connsiteX348" fmla="*/ 1049562 w 4890050"/>
                      <a:gd name="connsiteY348" fmla="*/ 467343 h 3834534"/>
                      <a:gd name="connsiteX349" fmla="*/ 1060055 w 4890050"/>
                      <a:gd name="connsiteY349" fmla="*/ 455974 h 3834534"/>
                      <a:gd name="connsiteX350" fmla="*/ 1298334 w 4890050"/>
                      <a:gd name="connsiteY350" fmla="*/ 455974 h 3834534"/>
                      <a:gd name="connsiteX351" fmla="*/ 1308721 w 4890050"/>
                      <a:gd name="connsiteY351" fmla="*/ 467227 h 3834534"/>
                      <a:gd name="connsiteX352" fmla="*/ 1308721 w 4890050"/>
                      <a:gd name="connsiteY352" fmla="*/ 561322 h 3834534"/>
                      <a:gd name="connsiteX353" fmla="*/ 1311306 w 4890050"/>
                      <a:gd name="connsiteY353" fmla="*/ 561322 h 3834534"/>
                      <a:gd name="connsiteX354" fmla="*/ 1311306 w 4890050"/>
                      <a:gd name="connsiteY354" fmla="*/ 467353 h 3834534"/>
                      <a:gd name="connsiteX355" fmla="*/ 1321801 w 4890050"/>
                      <a:gd name="connsiteY355" fmla="*/ 455974 h 3834534"/>
                      <a:gd name="connsiteX356" fmla="*/ 1560093 w 4890050"/>
                      <a:gd name="connsiteY356" fmla="*/ 455974 h 3834534"/>
                      <a:gd name="connsiteX357" fmla="*/ 1570491 w 4890050"/>
                      <a:gd name="connsiteY357" fmla="*/ 467239 h 3834534"/>
                      <a:gd name="connsiteX358" fmla="*/ 1570491 w 4890050"/>
                      <a:gd name="connsiteY358" fmla="*/ 561322 h 3834534"/>
                      <a:gd name="connsiteX359" fmla="*/ 1573045 w 4890050"/>
                      <a:gd name="connsiteY359" fmla="*/ 561322 h 3834534"/>
                      <a:gd name="connsiteX360" fmla="*/ 1573045 w 4890050"/>
                      <a:gd name="connsiteY360" fmla="*/ 467374 h 3834534"/>
                      <a:gd name="connsiteX361" fmla="*/ 1583565 w 4890050"/>
                      <a:gd name="connsiteY361" fmla="*/ 455974 h 3834534"/>
                      <a:gd name="connsiteX362" fmla="*/ 1821854 w 4890050"/>
                      <a:gd name="connsiteY362" fmla="*/ 455974 h 3834534"/>
                      <a:gd name="connsiteX363" fmla="*/ 1832241 w 4890050"/>
                      <a:gd name="connsiteY363" fmla="*/ 467233 h 3834534"/>
                      <a:gd name="connsiteX364" fmla="*/ 1832241 w 4890050"/>
                      <a:gd name="connsiteY364" fmla="*/ 561322 h 3834534"/>
                      <a:gd name="connsiteX365" fmla="*/ 1834826 w 4890050"/>
                      <a:gd name="connsiteY365" fmla="*/ 561322 h 3834534"/>
                      <a:gd name="connsiteX366" fmla="*/ 1834826 w 4890050"/>
                      <a:gd name="connsiteY366" fmla="*/ 467350 h 3834534"/>
                      <a:gd name="connsiteX367" fmla="*/ 1845322 w 4890050"/>
                      <a:gd name="connsiteY367" fmla="*/ 455974 h 3834534"/>
                      <a:gd name="connsiteX368" fmla="*/ 2083631 w 4890050"/>
                      <a:gd name="connsiteY368" fmla="*/ 455974 h 3834534"/>
                      <a:gd name="connsiteX369" fmla="*/ 2094024 w 4890050"/>
                      <a:gd name="connsiteY369" fmla="*/ 467239 h 3834534"/>
                      <a:gd name="connsiteX370" fmla="*/ 2094024 w 4890050"/>
                      <a:gd name="connsiteY370" fmla="*/ 561322 h 3834534"/>
                      <a:gd name="connsiteX371" fmla="*/ 2096583 w 4890050"/>
                      <a:gd name="connsiteY371" fmla="*/ 561322 h 3834534"/>
                      <a:gd name="connsiteX372" fmla="*/ 2096583 w 4890050"/>
                      <a:gd name="connsiteY372" fmla="*/ 467373 h 3834534"/>
                      <a:gd name="connsiteX373" fmla="*/ 2107102 w 4890050"/>
                      <a:gd name="connsiteY373" fmla="*/ 455974 h 3834534"/>
                      <a:gd name="connsiteX374" fmla="*/ 2345407 w 4890050"/>
                      <a:gd name="connsiteY374" fmla="*/ 455974 h 3834534"/>
                      <a:gd name="connsiteX375" fmla="*/ 2355756 w 4890050"/>
                      <a:gd name="connsiteY375" fmla="*/ 467196 h 3834534"/>
                      <a:gd name="connsiteX376" fmla="*/ 2355756 w 4890050"/>
                      <a:gd name="connsiteY376" fmla="*/ 561322 h 3834534"/>
                      <a:gd name="connsiteX377" fmla="*/ 2358343 w 4890050"/>
                      <a:gd name="connsiteY377" fmla="*/ 561322 h 3834534"/>
                      <a:gd name="connsiteX378" fmla="*/ 2358343 w 4890050"/>
                      <a:gd name="connsiteY378" fmla="*/ 467388 h 3834534"/>
                      <a:gd name="connsiteX379" fmla="*/ 2368886 w 4890050"/>
                      <a:gd name="connsiteY379" fmla="*/ 455974 h 3834534"/>
                      <a:gd name="connsiteX380" fmla="*/ 2607176 w 4890050"/>
                      <a:gd name="connsiteY380" fmla="*/ 455974 h 3834534"/>
                      <a:gd name="connsiteX381" fmla="*/ 2617528 w 4890050"/>
                      <a:gd name="connsiteY381" fmla="*/ 467192 h 3834534"/>
                      <a:gd name="connsiteX382" fmla="*/ 2617528 w 4890050"/>
                      <a:gd name="connsiteY382" fmla="*/ 561322 h 3834534"/>
                      <a:gd name="connsiteX383" fmla="*/ 2620089 w 4890050"/>
                      <a:gd name="connsiteY383" fmla="*/ 561322 h 3834534"/>
                      <a:gd name="connsiteX384" fmla="*/ 2620089 w 4890050"/>
                      <a:gd name="connsiteY384" fmla="*/ 467416 h 3834534"/>
                      <a:gd name="connsiteX385" fmla="*/ 2630648 w 4890050"/>
                      <a:gd name="connsiteY385" fmla="*/ 455974 h 3834534"/>
                      <a:gd name="connsiteX386" fmla="*/ 2868947 w 4890050"/>
                      <a:gd name="connsiteY386" fmla="*/ 455974 h 3834534"/>
                      <a:gd name="connsiteX387" fmla="*/ 2879310 w 4890050"/>
                      <a:gd name="connsiteY387" fmla="*/ 467199 h 3834534"/>
                      <a:gd name="connsiteX388" fmla="*/ 2879310 w 4890050"/>
                      <a:gd name="connsiteY388" fmla="*/ 561322 h 3834534"/>
                      <a:gd name="connsiteX389" fmla="*/ 2881890 w 4890050"/>
                      <a:gd name="connsiteY389" fmla="*/ 561322 h 3834534"/>
                      <a:gd name="connsiteX390" fmla="*/ 2881890 w 4890050"/>
                      <a:gd name="connsiteY390" fmla="*/ 467381 h 3834534"/>
                      <a:gd name="connsiteX391" fmla="*/ 2892420 w 4890050"/>
                      <a:gd name="connsiteY391" fmla="*/ 455974 h 3834534"/>
                      <a:gd name="connsiteX392" fmla="*/ 3130715 w 4890050"/>
                      <a:gd name="connsiteY392" fmla="*/ 455974 h 3834534"/>
                      <a:gd name="connsiteX393" fmla="*/ 3141077 w 4890050"/>
                      <a:gd name="connsiteY393" fmla="*/ 467199 h 3834534"/>
                      <a:gd name="connsiteX394" fmla="*/ 3141077 w 4890050"/>
                      <a:gd name="connsiteY394" fmla="*/ 561322 h 3834534"/>
                      <a:gd name="connsiteX395" fmla="*/ 3143659 w 4890050"/>
                      <a:gd name="connsiteY395" fmla="*/ 561322 h 3834534"/>
                      <a:gd name="connsiteX396" fmla="*/ 3143659 w 4890050"/>
                      <a:gd name="connsiteY396" fmla="*/ 467382 h 3834534"/>
                      <a:gd name="connsiteX397" fmla="*/ 3154191 w 4890050"/>
                      <a:gd name="connsiteY397" fmla="*/ 455974 h 3834534"/>
                      <a:gd name="connsiteX398" fmla="*/ 3392489 w 4890050"/>
                      <a:gd name="connsiteY398" fmla="*/ 455974 h 3834534"/>
                      <a:gd name="connsiteX399" fmla="*/ 3402877 w 4890050"/>
                      <a:gd name="connsiteY399" fmla="*/ 467229 h 3834534"/>
                      <a:gd name="connsiteX400" fmla="*/ 3402877 w 4890050"/>
                      <a:gd name="connsiteY400" fmla="*/ 561322 h 3834534"/>
                      <a:gd name="connsiteX401" fmla="*/ 3405432 w 4890050"/>
                      <a:gd name="connsiteY401" fmla="*/ 561322 h 3834534"/>
                      <a:gd name="connsiteX402" fmla="*/ 3405432 w 4890050"/>
                      <a:gd name="connsiteY402" fmla="*/ 467382 h 3834534"/>
                      <a:gd name="connsiteX403" fmla="*/ 3415964 w 4890050"/>
                      <a:gd name="connsiteY403" fmla="*/ 455974 h 3834534"/>
                      <a:gd name="connsiteX404" fmla="*/ 3654248 w 4890050"/>
                      <a:gd name="connsiteY404" fmla="*/ 455974 h 3834534"/>
                      <a:gd name="connsiteX405" fmla="*/ 3664630 w 4890050"/>
                      <a:gd name="connsiteY405" fmla="*/ 467222 h 3834534"/>
                      <a:gd name="connsiteX406" fmla="*/ 3664630 w 4890050"/>
                      <a:gd name="connsiteY406" fmla="*/ 561322 h 3834534"/>
                      <a:gd name="connsiteX407" fmla="*/ 3667188 w 4890050"/>
                      <a:gd name="connsiteY407" fmla="*/ 561322 h 3834534"/>
                      <a:gd name="connsiteX408" fmla="*/ 3667188 w 4890050"/>
                      <a:gd name="connsiteY408" fmla="*/ 467388 h 3834534"/>
                      <a:gd name="connsiteX409" fmla="*/ 3677723 w 4890050"/>
                      <a:gd name="connsiteY409" fmla="*/ 455974 h 3834534"/>
                      <a:gd name="connsiteX410" fmla="*/ 3916028 w 4890050"/>
                      <a:gd name="connsiteY410" fmla="*/ 455974 h 3834534"/>
                      <a:gd name="connsiteX411" fmla="*/ 3926418 w 4890050"/>
                      <a:gd name="connsiteY411" fmla="*/ 467229 h 3834534"/>
                      <a:gd name="connsiteX412" fmla="*/ 3926418 w 4890050"/>
                      <a:gd name="connsiteY412" fmla="*/ 561322 h 3834534"/>
                      <a:gd name="connsiteX413" fmla="*/ 3928977 w 4890050"/>
                      <a:gd name="connsiteY413" fmla="*/ 561322 h 3834534"/>
                      <a:gd name="connsiteX414" fmla="*/ 3928977 w 4890050"/>
                      <a:gd name="connsiteY414" fmla="*/ 467381 h 3834534"/>
                      <a:gd name="connsiteX415" fmla="*/ 3939498 w 4890050"/>
                      <a:gd name="connsiteY415" fmla="*/ 455974 h 3834534"/>
                      <a:gd name="connsiteX416" fmla="*/ 4177815 w 4890050"/>
                      <a:gd name="connsiteY416" fmla="*/ 455974 h 3834534"/>
                      <a:gd name="connsiteX417" fmla="*/ 4188170 w 4890050"/>
                      <a:gd name="connsiteY417" fmla="*/ 467193 h 3834534"/>
                      <a:gd name="connsiteX418" fmla="*/ 4188170 w 4890050"/>
                      <a:gd name="connsiteY418" fmla="*/ 561322 h 3834534"/>
                      <a:gd name="connsiteX419" fmla="*/ 4190725 w 4890050"/>
                      <a:gd name="connsiteY419" fmla="*/ 561322 h 3834534"/>
                      <a:gd name="connsiteX420" fmla="*/ 4190725 w 4890050"/>
                      <a:gd name="connsiteY420" fmla="*/ 467419 h 3834534"/>
                      <a:gd name="connsiteX421" fmla="*/ 4201292 w 4890050"/>
                      <a:gd name="connsiteY421" fmla="*/ 455974 h 3834534"/>
                      <a:gd name="connsiteX422" fmla="*/ 4439575 w 4890050"/>
                      <a:gd name="connsiteY422" fmla="*/ 455974 h 3834534"/>
                      <a:gd name="connsiteX423" fmla="*/ 4449923 w 4890050"/>
                      <a:gd name="connsiteY423" fmla="*/ 467187 h 3834534"/>
                      <a:gd name="connsiteX424" fmla="*/ 4449923 w 4890050"/>
                      <a:gd name="connsiteY424" fmla="*/ 561322 h 3834534"/>
                      <a:gd name="connsiteX425" fmla="*/ 4452505 w 4890050"/>
                      <a:gd name="connsiteY425" fmla="*/ 561322 h 3834534"/>
                      <a:gd name="connsiteX426" fmla="*/ 4452505 w 4890050"/>
                      <a:gd name="connsiteY426" fmla="*/ 467395 h 3834534"/>
                      <a:gd name="connsiteX427" fmla="*/ 4463047 w 4890050"/>
                      <a:gd name="connsiteY427" fmla="*/ 455974 h 3834534"/>
                      <a:gd name="connsiteX428" fmla="*/ 4701350 w 4890050"/>
                      <a:gd name="connsiteY428" fmla="*/ 455974 h 3834534"/>
                      <a:gd name="connsiteX429" fmla="*/ 4711706 w 4890050"/>
                      <a:gd name="connsiteY429" fmla="*/ 467193 h 3834534"/>
                      <a:gd name="connsiteX430" fmla="*/ 4711706 w 4890050"/>
                      <a:gd name="connsiteY430" fmla="*/ 561322 h 3834534"/>
                      <a:gd name="connsiteX431" fmla="*/ 4714289 w 4890050"/>
                      <a:gd name="connsiteY431" fmla="*/ 561322 h 3834534"/>
                      <a:gd name="connsiteX432" fmla="*/ 4714289 w 4890050"/>
                      <a:gd name="connsiteY432" fmla="*/ 467388 h 3834534"/>
                      <a:gd name="connsiteX433" fmla="*/ 4724825 w 4890050"/>
                      <a:gd name="connsiteY433" fmla="*/ 455974 h 3834534"/>
                      <a:gd name="connsiteX434" fmla="*/ 4890050 w 4890050"/>
                      <a:gd name="connsiteY434" fmla="*/ 455974 h 3834534"/>
                      <a:gd name="connsiteX435" fmla="*/ 4890044 w 4890050"/>
                      <a:gd name="connsiteY435" fmla="*/ 453190 h 3834534"/>
                      <a:gd name="connsiteX436" fmla="*/ 4724828 w 4890050"/>
                      <a:gd name="connsiteY436" fmla="*/ 453190 h 3834534"/>
                      <a:gd name="connsiteX437" fmla="*/ 4714285 w 4890050"/>
                      <a:gd name="connsiteY437" fmla="*/ 441769 h 3834534"/>
                      <a:gd name="connsiteX438" fmla="*/ 4714285 w 4890050"/>
                      <a:gd name="connsiteY438" fmla="*/ 183638 h 3834534"/>
                      <a:gd name="connsiteX439" fmla="*/ 4724821 w 4890050"/>
                      <a:gd name="connsiteY439" fmla="*/ 172224 h 3834534"/>
                      <a:gd name="connsiteX440" fmla="*/ 4889400 w 4890050"/>
                      <a:gd name="connsiteY440" fmla="*/ 172224 h 3834534"/>
                      <a:gd name="connsiteX441" fmla="*/ 4889394 w 4890050"/>
                      <a:gd name="connsiteY441" fmla="*/ 169441 h 3834534"/>
                      <a:gd name="connsiteX442" fmla="*/ 4724823 w 4890050"/>
                      <a:gd name="connsiteY442" fmla="*/ 169441 h 3834534"/>
                      <a:gd name="connsiteX443" fmla="*/ 4714281 w 4890050"/>
                      <a:gd name="connsiteY443" fmla="*/ 158018 h 3834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  <a:cxn ang="0">
                        <a:pos x="connsiteX370" y="connsiteY370"/>
                      </a:cxn>
                      <a:cxn ang="0">
                        <a:pos x="connsiteX371" y="connsiteY371"/>
                      </a:cxn>
                      <a:cxn ang="0">
                        <a:pos x="connsiteX372" y="connsiteY372"/>
                      </a:cxn>
                      <a:cxn ang="0">
                        <a:pos x="connsiteX373" y="connsiteY373"/>
                      </a:cxn>
                      <a:cxn ang="0">
                        <a:pos x="connsiteX374" y="connsiteY374"/>
                      </a:cxn>
                      <a:cxn ang="0">
                        <a:pos x="connsiteX375" y="connsiteY375"/>
                      </a:cxn>
                      <a:cxn ang="0">
                        <a:pos x="connsiteX376" y="connsiteY376"/>
                      </a:cxn>
                      <a:cxn ang="0">
                        <a:pos x="connsiteX377" y="connsiteY377"/>
                      </a:cxn>
                      <a:cxn ang="0">
                        <a:pos x="connsiteX378" y="connsiteY378"/>
                      </a:cxn>
                      <a:cxn ang="0">
                        <a:pos x="connsiteX379" y="connsiteY379"/>
                      </a:cxn>
                      <a:cxn ang="0">
                        <a:pos x="connsiteX380" y="connsiteY380"/>
                      </a:cxn>
                      <a:cxn ang="0">
                        <a:pos x="connsiteX381" y="connsiteY381"/>
                      </a:cxn>
                      <a:cxn ang="0">
                        <a:pos x="connsiteX382" y="connsiteY382"/>
                      </a:cxn>
                      <a:cxn ang="0">
                        <a:pos x="connsiteX383" y="connsiteY383"/>
                      </a:cxn>
                      <a:cxn ang="0">
                        <a:pos x="connsiteX384" y="connsiteY384"/>
                      </a:cxn>
                      <a:cxn ang="0">
                        <a:pos x="connsiteX385" y="connsiteY385"/>
                      </a:cxn>
                      <a:cxn ang="0">
                        <a:pos x="connsiteX386" y="connsiteY386"/>
                      </a:cxn>
                      <a:cxn ang="0">
                        <a:pos x="connsiteX387" y="connsiteY387"/>
                      </a:cxn>
                      <a:cxn ang="0">
                        <a:pos x="connsiteX388" y="connsiteY388"/>
                      </a:cxn>
                      <a:cxn ang="0">
                        <a:pos x="connsiteX389" y="connsiteY389"/>
                      </a:cxn>
                      <a:cxn ang="0">
                        <a:pos x="connsiteX390" y="connsiteY390"/>
                      </a:cxn>
                      <a:cxn ang="0">
                        <a:pos x="connsiteX391" y="connsiteY391"/>
                      </a:cxn>
                      <a:cxn ang="0">
                        <a:pos x="connsiteX392" y="connsiteY392"/>
                      </a:cxn>
                      <a:cxn ang="0">
                        <a:pos x="connsiteX393" y="connsiteY393"/>
                      </a:cxn>
                      <a:cxn ang="0">
                        <a:pos x="connsiteX394" y="connsiteY394"/>
                      </a:cxn>
                      <a:cxn ang="0">
                        <a:pos x="connsiteX395" y="connsiteY395"/>
                      </a:cxn>
                      <a:cxn ang="0">
                        <a:pos x="connsiteX396" y="connsiteY396"/>
                      </a:cxn>
                      <a:cxn ang="0">
                        <a:pos x="connsiteX397" y="connsiteY397"/>
                      </a:cxn>
                      <a:cxn ang="0">
                        <a:pos x="connsiteX398" y="connsiteY398"/>
                      </a:cxn>
                      <a:cxn ang="0">
                        <a:pos x="connsiteX399" y="connsiteY399"/>
                      </a:cxn>
                      <a:cxn ang="0">
                        <a:pos x="connsiteX400" y="connsiteY400"/>
                      </a:cxn>
                      <a:cxn ang="0">
                        <a:pos x="connsiteX401" y="connsiteY401"/>
                      </a:cxn>
                      <a:cxn ang="0">
                        <a:pos x="connsiteX402" y="connsiteY402"/>
                      </a:cxn>
                      <a:cxn ang="0">
                        <a:pos x="connsiteX403" y="connsiteY403"/>
                      </a:cxn>
                      <a:cxn ang="0">
                        <a:pos x="connsiteX404" y="connsiteY404"/>
                      </a:cxn>
                      <a:cxn ang="0">
                        <a:pos x="connsiteX405" y="connsiteY405"/>
                      </a:cxn>
                      <a:cxn ang="0">
                        <a:pos x="connsiteX406" y="connsiteY406"/>
                      </a:cxn>
                      <a:cxn ang="0">
                        <a:pos x="connsiteX407" y="connsiteY407"/>
                      </a:cxn>
                      <a:cxn ang="0">
                        <a:pos x="connsiteX408" y="connsiteY408"/>
                      </a:cxn>
                      <a:cxn ang="0">
                        <a:pos x="connsiteX409" y="connsiteY409"/>
                      </a:cxn>
                      <a:cxn ang="0">
                        <a:pos x="connsiteX410" y="connsiteY410"/>
                      </a:cxn>
                      <a:cxn ang="0">
                        <a:pos x="connsiteX411" y="connsiteY411"/>
                      </a:cxn>
                      <a:cxn ang="0">
                        <a:pos x="connsiteX412" y="connsiteY412"/>
                      </a:cxn>
                      <a:cxn ang="0">
                        <a:pos x="connsiteX413" y="connsiteY413"/>
                      </a:cxn>
                      <a:cxn ang="0">
                        <a:pos x="connsiteX414" y="connsiteY414"/>
                      </a:cxn>
                      <a:cxn ang="0">
                        <a:pos x="connsiteX415" y="connsiteY415"/>
                      </a:cxn>
                      <a:cxn ang="0">
                        <a:pos x="connsiteX416" y="connsiteY416"/>
                      </a:cxn>
                      <a:cxn ang="0">
                        <a:pos x="connsiteX417" y="connsiteY417"/>
                      </a:cxn>
                      <a:cxn ang="0">
                        <a:pos x="connsiteX418" y="connsiteY418"/>
                      </a:cxn>
                      <a:cxn ang="0">
                        <a:pos x="connsiteX419" y="connsiteY419"/>
                      </a:cxn>
                      <a:cxn ang="0">
                        <a:pos x="connsiteX420" y="connsiteY420"/>
                      </a:cxn>
                      <a:cxn ang="0">
                        <a:pos x="connsiteX421" y="connsiteY421"/>
                      </a:cxn>
                      <a:cxn ang="0">
                        <a:pos x="connsiteX422" y="connsiteY422"/>
                      </a:cxn>
                      <a:cxn ang="0">
                        <a:pos x="connsiteX423" y="connsiteY423"/>
                      </a:cxn>
                      <a:cxn ang="0">
                        <a:pos x="connsiteX424" y="connsiteY424"/>
                      </a:cxn>
                      <a:cxn ang="0">
                        <a:pos x="connsiteX425" y="connsiteY425"/>
                      </a:cxn>
                      <a:cxn ang="0">
                        <a:pos x="connsiteX426" y="connsiteY426"/>
                      </a:cxn>
                      <a:cxn ang="0">
                        <a:pos x="connsiteX427" y="connsiteY427"/>
                      </a:cxn>
                      <a:cxn ang="0">
                        <a:pos x="connsiteX428" y="connsiteY428"/>
                      </a:cxn>
                      <a:cxn ang="0">
                        <a:pos x="connsiteX429" y="connsiteY429"/>
                      </a:cxn>
                      <a:cxn ang="0">
                        <a:pos x="connsiteX430" y="connsiteY430"/>
                      </a:cxn>
                      <a:cxn ang="0">
                        <a:pos x="connsiteX431" y="connsiteY431"/>
                      </a:cxn>
                      <a:cxn ang="0">
                        <a:pos x="connsiteX432" y="connsiteY432"/>
                      </a:cxn>
                      <a:cxn ang="0">
                        <a:pos x="connsiteX433" y="connsiteY433"/>
                      </a:cxn>
                      <a:cxn ang="0">
                        <a:pos x="connsiteX434" y="connsiteY434"/>
                      </a:cxn>
                      <a:cxn ang="0">
                        <a:pos x="connsiteX435" y="connsiteY435"/>
                      </a:cxn>
                      <a:cxn ang="0">
                        <a:pos x="connsiteX436" y="connsiteY436"/>
                      </a:cxn>
                      <a:cxn ang="0">
                        <a:pos x="connsiteX437" y="connsiteY437"/>
                      </a:cxn>
                      <a:cxn ang="0">
                        <a:pos x="connsiteX438" y="connsiteY438"/>
                      </a:cxn>
                      <a:cxn ang="0">
                        <a:pos x="connsiteX439" y="connsiteY439"/>
                      </a:cxn>
                      <a:cxn ang="0">
                        <a:pos x="connsiteX440" y="connsiteY440"/>
                      </a:cxn>
                      <a:cxn ang="0">
                        <a:pos x="connsiteX441" y="connsiteY441"/>
                      </a:cxn>
                      <a:cxn ang="0">
                        <a:pos x="connsiteX442" y="connsiteY442"/>
                      </a:cxn>
                      <a:cxn ang="0">
                        <a:pos x="connsiteX443" y="connsiteY443"/>
                      </a:cxn>
                    </a:cxnLst>
                    <a:rect l="l" t="t" r="r" b="b"/>
                    <a:pathLst>
                      <a:path w="4890050" h="3834534">
                        <a:moveTo>
                          <a:pt x="2554" y="3594082"/>
                        </a:moveTo>
                        <a:lnTo>
                          <a:pt x="0" y="3594082"/>
                        </a:lnTo>
                        <a:lnTo>
                          <a:pt x="0" y="3812622"/>
                        </a:lnTo>
                        <a:lnTo>
                          <a:pt x="2554" y="3815261"/>
                        </a:lnTo>
                        <a:close/>
                        <a:moveTo>
                          <a:pt x="264349" y="3594082"/>
                        </a:moveTo>
                        <a:lnTo>
                          <a:pt x="261767" y="3594082"/>
                        </a:lnTo>
                        <a:lnTo>
                          <a:pt x="261767" y="3834534"/>
                        </a:lnTo>
                        <a:lnTo>
                          <a:pt x="264349" y="3834534"/>
                        </a:lnTo>
                        <a:close/>
                        <a:moveTo>
                          <a:pt x="526116" y="3594082"/>
                        </a:moveTo>
                        <a:lnTo>
                          <a:pt x="523535" y="3594082"/>
                        </a:lnTo>
                        <a:lnTo>
                          <a:pt x="523535" y="3834534"/>
                        </a:lnTo>
                        <a:lnTo>
                          <a:pt x="526116" y="3834534"/>
                        </a:lnTo>
                        <a:close/>
                        <a:moveTo>
                          <a:pt x="787885" y="3594082"/>
                        </a:moveTo>
                        <a:lnTo>
                          <a:pt x="785301" y="3594082"/>
                        </a:lnTo>
                        <a:lnTo>
                          <a:pt x="785301" y="3834534"/>
                        </a:lnTo>
                        <a:lnTo>
                          <a:pt x="787885" y="3834534"/>
                        </a:lnTo>
                        <a:close/>
                        <a:moveTo>
                          <a:pt x="1049590" y="3594082"/>
                        </a:moveTo>
                        <a:lnTo>
                          <a:pt x="1047010" y="3594082"/>
                        </a:lnTo>
                        <a:lnTo>
                          <a:pt x="1047010" y="3834534"/>
                        </a:lnTo>
                        <a:lnTo>
                          <a:pt x="1049590" y="3834534"/>
                        </a:lnTo>
                        <a:close/>
                        <a:moveTo>
                          <a:pt x="1311348" y="3594082"/>
                        </a:moveTo>
                        <a:lnTo>
                          <a:pt x="1308753" y="3594082"/>
                        </a:lnTo>
                        <a:lnTo>
                          <a:pt x="1308753" y="3834534"/>
                        </a:lnTo>
                        <a:lnTo>
                          <a:pt x="1311348" y="3834534"/>
                        </a:lnTo>
                        <a:close/>
                        <a:moveTo>
                          <a:pt x="1573093" y="3594082"/>
                        </a:moveTo>
                        <a:lnTo>
                          <a:pt x="1570535" y="3594082"/>
                        </a:lnTo>
                        <a:lnTo>
                          <a:pt x="1570535" y="3834534"/>
                        </a:lnTo>
                        <a:lnTo>
                          <a:pt x="1573093" y="3834534"/>
                        </a:lnTo>
                        <a:close/>
                        <a:moveTo>
                          <a:pt x="1834875" y="3594082"/>
                        </a:moveTo>
                        <a:lnTo>
                          <a:pt x="1832295" y="3594082"/>
                        </a:lnTo>
                        <a:lnTo>
                          <a:pt x="1832295" y="3834534"/>
                        </a:lnTo>
                        <a:lnTo>
                          <a:pt x="1834875" y="3834534"/>
                        </a:lnTo>
                        <a:close/>
                        <a:moveTo>
                          <a:pt x="2096628" y="3594082"/>
                        </a:moveTo>
                        <a:lnTo>
                          <a:pt x="2094066" y="3594082"/>
                        </a:lnTo>
                        <a:lnTo>
                          <a:pt x="2094066" y="3834534"/>
                        </a:lnTo>
                        <a:lnTo>
                          <a:pt x="2096628" y="3834534"/>
                        </a:lnTo>
                        <a:close/>
                        <a:moveTo>
                          <a:pt x="2358398" y="3594082"/>
                        </a:moveTo>
                        <a:lnTo>
                          <a:pt x="2355809" y="3594082"/>
                        </a:lnTo>
                        <a:lnTo>
                          <a:pt x="2355809" y="3834534"/>
                        </a:lnTo>
                        <a:lnTo>
                          <a:pt x="2358398" y="3834534"/>
                        </a:lnTo>
                        <a:close/>
                        <a:moveTo>
                          <a:pt x="2620142" y="3594082"/>
                        </a:moveTo>
                        <a:lnTo>
                          <a:pt x="2617581" y="3594082"/>
                        </a:lnTo>
                        <a:lnTo>
                          <a:pt x="2617581" y="3834534"/>
                        </a:lnTo>
                        <a:lnTo>
                          <a:pt x="2620142" y="3834534"/>
                        </a:lnTo>
                        <a:close/>
                        <a:moveTo>
                          <a:pt x="2881944" y="3594082"/>
                        </a:moveTo>
                        <a:lnTo>
                          <a:pt x="2879358" y="3594082"/>
                        </a:lnTo>
                        <a:lnTo>
                          <a:pt x="2879358" y="3834534"/>
                        </a:lnTo>
                        <a:lnTo>
                          <a:pt x="2881944" y="3834534"/>
                        </a:lnTo>
                        <a:close/>
                        <a:moveTo>
                          <a:pt x="3143708" y="3594082"/>
                        </a:moveTo>
                        <a:lnTo>
                          <a:pt x="3141127" y="3594082"/>
                        </a:lnTo>
                        <a:lnTo>
                          <a:pt x="3141127" y="3834534"/>
                        </a:lnTo>
                        <a:lnTo>
                          <a:pt x="3143708" y="3834534"/>
                        </a:lnTo>
                        <a:close/>
                        <a:moveTo>
                          <a:pt x="3405484" y="3594082"/>
                        </a:moveTo>
                        <a:lnTo>
                          <a:pt x="3402928" y="3594082"/>
                        </a:lnTo>
                        <a:lnTo>
                          <a:pt x="3402928" y="3834534"/>
                        </a:lnTo>
                        <a:lnTo>
                          <a:pt x="3405484" y="3834534"/>
                        </a:lnTo>
                        <a:close/>
                        <a:moveTo>
                          <a:pt x="3667243" y="3594082"/>
                        </a:moveTo>
                        <a:lnTo>
                          <a:pt x="3664686" y="3594082"/>
                        </a:lnTo>
                        <a:lnTo>
                          <a:pt x="3664686" y="3834534"/>
                        </a:lnTo>
                        <a:lnTo>
                          <a:pt x="3667243" y="3834534"/>
                        </a:lnTo>
                        <a:close/>
                        <a:moveTo>
                          <a:pt x="3929027" y="3594082"/>
                        </a:moveTo>
                        <a:lnTo>
                          <a:pt x="3926471" y="3594082"/>
                        </a:lnTo>
                        <a:lnTo>
                          <a:pt x="3926471" y="3834534"/>
                        </a:lnTo>
                        <a:lnTo>
                          <a:pt x="3929027" y="3834534"/>
                        </a:lnTo>
                        <a:close/>
                        <a:moveTo>
                          <a:pt x="4190780" y="3594082"/>
                        </a:moveTo>
                        <a:lnTo>
                          <a:pt x="4188225" y="3594082"/>
                        </a:lnTo>
                        <a:lnTo>
                          <a:pt x="4188225" y="3834534"/>
                        </a:lnTo>
                        <a:lnTo>
                          <a:pt x="4190780" y="3834534"/>
                        </a:lnTo>
                        <a:close/>
                        <a:moveTo>
                          <a:pt x="4452565" y="3594082"/>
                        </a:moveTo>
                        <a:lnTo>
                          <a:pt x="4449982" y="3594082"/>
                        </a:lnTo>
                        <a:lnTo>
                          <a:pt x="4449982" y="3834534"/>
                        </a:lnTo>
                        <a:lnTo>
                          <a:pt x="4452565" y="3834534"/>
                        </a:lnTo>
                        <a:close/>
                        <a:moveTo>
                          <a:pt x="4714343" y="3594082"/>
                        </a:moveTo>
                        <a:lnTo>
                          <a:pt x="4711762" y="3594082"/>
                        </a:lnTo>
                        <a:lnTo>
                          <a:pt x="4711762" y="3834534"/>
                        </a:lnTo>
                        <a:lnTo>
                          <a:pt x="4714343" y="3834534"/>
                        </a:lnTo>
                        <a:close/>
                        <a:moveTo>
                          <a:pt x="513088" y="172224"/>
                        </a:moveTo>
                        <a:lnTo>
                          <a:pt x="523535" y="183543"/>
                        </a:lnTo>
                        <a:lnTo>
                          <a:pt x="523535" y="441871"/>
                        </a:lnTo>
                        <a:lnTo>
                          <a:pt x="513085" y="453190"/>
                        </a:lnTo>
                        <a:lnTo>
                          <a:pt x="274770" y="453190"/>
                        </a:lnTo>
                        <a:lnTo>
                          <a:pt x="264349" y="441901"/>
                        </a:lnTo>
                        <a:lnTo>
                          <a:pt x="264349" y="183513"/>
                        </a:lnTo>
                        <a:lnTo>
                          <a:pt x="274766" y="172224"/>
                        </a:lnTo>
                        <a:close/>
                        <a:moveTo>
                          <a:pt x="774855" y="172224"/>
                        </a:moveTo>
                        <a:lnTo>
                          <a:pt x="785301" y="183543"/>
                        </a:lnTo>
                        <a:lnTo>
                          <a:pt x="785301" y="441871"/>
                        </a:lnTo>
                        <a:lnTo>
                          <a:pt x="774853" y="453190"/>
                        </a:lnTo>
                        <a:lnTo>
                          <a:pt x="536566" y="453190"/>
                        </a:lnTo>
                        <a:lnTo>
                          <a:pt x="526116" y="441871"/>
                        </a:lnTo>
                        <a:lnTo>
                          <a:pt x="526116" y="183543"/>
                        </a:lnTo>
                        <a:lnTo>
                          <a:pt x="536563" y="172224"/>
                        </a:lnTo>
                        <a:close/>
                        <a:moveTo>
                          <a:pt x="1036571" y="172224"/>
                        </a:moveTo>
                        <a:lnTo>
                          <a:pt x="1046976" y="183492"/>
                        </a:lnTo>
                        <a:lnTo>
                          <a:pt x="1046976" y="441923"/>
                        </a:lnTo>
                        <a:lnTo>
                          <a:pt x="1036571" y="453190"/>
                        </a:lnTo>
                        <a:lnTo>
                          <a:pt x="798334" y="453190"/>
                        </a:lnTo>
                        <a:lnTo>
                          <a:pt x="787885" y="441871"/>
                        </a:lnTo>
                        <a:lnTo>
                          <a:pt x="787885" y="183543"/>
                        </a:lnTo>
                        <a:lnTo>
                          <a:pt x="798331" y="172224"/>
                        </a:lnTo>
                        <a:close/>
                        <a:moveTo>
                          <a:pt x="1298334" y="172224"/>
                        </a:moveTo>
                        <a:lnTo>
                          <a:pt x="1308718" y="183475"/>
                        </a:lnTo>
                        <a:lnTo>
                          <a:pt x="1308718" y="441939"/>
                        </a:lnTo>
                        <a:lnTo>
                          <a:pt x="1298334" y="453190"/>
                        </a:lnTo>
                        <a:lnTo>
                          <a:pt x="1060055" y="453190"/>
                        </a:lnTo>
                        <a:lnTo>
                          <a:pt x="1049562" y="441815"/>
                        </a:lnTo>
                        <a:lnTo>
                          <a:pt x="1049562" y="183595"/>
                        </a:lnTo>
                        <a:lnTo>
                          <a:pt x="1060055" y="172224"/>
                        </a:lnTo>
                        <a:close/>
                        <a:moveTo>
                          <a:pt x="1560089" y="172224"/>
                        </a:moveTo>
                        <a:lnTo>
                          <a:pt x="1570486" y="183490"/>
                        </a:lnTo>
                        <a:lnTo>
                          <a:pt x="1570486" y="441927"/>
                        </a:lnTo>
                        <a:lnTo>
                          <a:pt x="1560090" y="453190"/>
                        </a:lnTo>
                        <a:lnTo>
                          <a:pt x="1321801" y="453190"/>
                        </a:lnTo>
                        <a:lnTo>
                          <a:pt x="1311306" y="441799"/>
                        </a:lnTo>
                        <a:lnTo>
                          <a:pt x="1311306" y="183605"/>
                        </a:lnTo>
                        <a:lnTo>
                          <a:pt x="1321801" y="172224"/>
                        </a:lnTo>
                        <a:close/>
                        <a:moveTo>
                          <a:pt x="1821850" y="172224"/>
                        </a:moveTo>
                        <a:lnTo>
                          <a:pt x="1832238" y="183484"/>
                        </a:lnTo>
                        <a:lnTo>
                          <a:pt x="1832238" y="441935"/>
                        </a:lnTo>
                        <a:lnTo>
                          <a:pt x="1821850" y="453190"/>
                        </a:lnTo>
                        <a:lnTo>
                          <a:pt x="1583567" y="453190"/>
                        </a:lnTo>
                        <a:lnTo>
                          <a:pt x="1573041" y="441784"/>
                        </a:lnTo>
                        <a:lnTo>
                          <a:pt x="1573041" y="183625"/>
                        </a:lnTo>
                        <a:lnTo>
                          <a:pt x="1583564" y="172224"/>
                        </a:lnTo>
                        <a:close/>
                        <a:moveTo>
                          <a:pt x="2083625" y="172224"/>
                        </a:moveTo>
                        <a:lnTo>
                          <a:pt x="2094018" y="183490"/>
                        </a:lnTo>
                        <a:lnTo>
                          <a:pt x="2094018" y="441927"/>
                        </a:lnTo>
                        <a:lnTo>
                          <a:pt x="2083625" y="453190"/>
                        </a:lnTo>
                        <a:lnTo>
                          <a:pt x="1845327" y="453190"/>
                        </a:lnTo>
                        <a:lnTo>
                          <a:pt x="1834821" y="441806"/>
                        </a:lnTo>
                        <a:lnTo>
                          <a:pt x="1834821" y="183601"/>
                        </a:lnTo>
                        <a:lnTo>
                          <a:pt x="1845318" y="172224"/>
                        </a:lnTo>
                        <a:close/>
                        <a:moveTo>
                          <a:pt x="2345401" y="172224"/>
                        </a:moveTo>
                        <a:lnTo>
                          <a:pt x="2355746" y="183448"/>
                        </a:lnTo>
                        <a:lnTo>
                          <a:pt x="2355746" y="441971"/>
                        </a:lnTo>
                        <a:lnTo>
                          <a:pt x="2345405" y="453190"/>
                        </a:lnTo>
                        <a:lnTo>
                          <a:pt x="2107106" y="453190"/>
                        </a:lnTo>
                        <a:lnTo>
                          <a:pt x="2096579" y="441785"/>
                        </a:lnTo>
                        <a:lnTo>
                          <a:pt x="2096579" y="183625"/>
                        </a:lnTo>
                        <a:lnTo>
                          <a:pt x="2107099" y="172224"/>
                        </a:lnTo>
                        <a:close/>
                        <a:moveTo>
                          <a:pt x="2607169" y="172224"/>
                        </a:moveTo>
                        <a:lnTo>
                          <a:pt x="2617526" y="183446"/>
                        </a:lnTo>
                        <a:lnTo>
                          <a:pt x="2617526" y="441971"/>
                        </a:lnTo>
                        <a:lnTo>
                          <a:pt x="2607171" y="453190"/>
                        </a:lnTo>
                        <a:lnTo>
                          <a:pt x="2368891" y="453190"/>
                        </a:lnTo>
                        <a:lnTo>
                          <a:pt x="2358338" y="441766"/>
                        </a:lnTo>
                        <a:lnTo>
                          <a:pt x="2358338" y="183641"/>
                        </a:lnTo>
                        <a:lnTo>
                          <a:pt x="2368877" y="172224"/>
                        </a:lnTo>
                        <a:close/>
                        <a:moveTo>
                          <a:pt x="2868938" y="172224"/>
                        </a:moveTo>
                        <a:lnTo>
                          <a:pt x="2879302" y="183452"/>
                        </a:lnTo>
                        <a:lnTo>
                          <a:pt x="2879302" y="441970"/>
                        </a:lnTo>
                        <a:lnTo>
                          <a:pt x="2868944" y="453190"/>
                        </a:lnTo>
                        <a:lnTo>
                          <a:pt x="2630653" y="453190"/>
                        </a:lnTo>
                        <a:lnTo>
                          <a:pt x="2620086" y="441742"/>
                        </a:lnTo>
                        <a:lnTo>
                          <a:pt x="2620086" y="183665"/>
                        </a:lnTo>
                        <a:lnTo>
                          <a:pt x="2630646" y="172224"/>
                        </a:lnTo>
                        <a:close/>
                        <a:moveTo>
                          <a:pt x="3130709" y="172224"/>
                        </a:moveTo>
                        <a:lnTo>
                          <a:pt x="3141069" y="183450"/>
                        </a:lnTo>
                        <a:lnTo>
                          <a:pt x="3141069" y="441970"/>
                        </a:lnTo>
                        <a:lnTo>
                          <a:pt x="3130712" y="453190"/>
                        </a:lnTo>
                        <a:lnTo>
                          <a:pt x="2892423" y="453190"/>
                        </a:lnTo>
                        <a:lnTo>
                          <a:pt x="2881885" y="441774"/>
                        </a:lnTo>
                        <a:lnTo>
                          <a:pt x="2881885" y="183635"/>
                        </a:lnTo>
                        <a:lnTo>
                          <a:pt x="2892415" y="172224"/>
                        </a:lnTo>
                        <a:close/>
                        <a:moveTo>
                          <a:pt x="3392484" y="172224"/>
                        </a:moveTo>
                        <a:lnTo>
                          <a:pt x="3402872" y="183478"/>
                        </a:lnTo>
                        <a:lnTo>
                          <a:pt x="3402872" y="441939"/>
                        </a:lnTo>
                        <a:lnTo>
                          <a:pt x="3392485" y="453190"/>
                        </a:lnTo>
                        <a:lnTo>
                          <a:pt x="3154195" y="453190"/>
                        </a:lnTo>
                        <a:lnTo>
                          <a:pt x="3143653" y="441773"/>
                        </a:lnTo>
                        <a:lnTo>
                          <a:pt x="3143653" y="183635"/>
                        </a:lnTo>
                        <a:lnTo>
                          <a:pt x="3154186" y="172224"/>
                        </a:lnTo>
                        <a:close/>
                        <a:moveTo>
                          <a:pt x="3654243" y="172224"/>
                        </a:moveTo>
                        <a:lnTo>
                          <a:pt x="3664627" y="183475"/>
                        </a:lnTo>
                        <a:lnTo>
                          <a:pt x="3664627" y="441944"/>
                        </a:lnTo>
                        <a:lnTo>
                          <a:pt x="3654247" y="453190"/>
                        </a:lnTo>
                        <a:lnTo>
                          <a:pt x="3415967" y="453190"/>
                        </a:lnTo>
                        <a:lnTo>
                          <a:pt x="3405428" y="441773"/>
                        </a:lnTo>
                        <a:lnTo>
                          <a:pt x="3405428" y="183635"/>
                        </a:lnTo>
                        <a:lnTo>
                          <a:pt x="3415961" y="172224"/>
                        </a:lnTo>
                        <a:close/>
                        <a:moveTo>
                          <a:pt x="3916023" y="172224"/>
                        </a:moveTo>
                        <a:lnTo>
                          <a:pt x="3926415" y="183477"/>
                        </a:lnTo>
                        <a:lnTo>
                          <a:pt x="3926415" y="441939"/>
                        </a:lnTo>
                        <a:lnTo>
                          <a:pt x="3916025" y="453190"/>
                        </a:lnTo>
                        <a:lnTo>
                          <a:pt x="3677728" y="453190"/>
                        </a:lnTo>
                        <a:lnTo>
                          <a:pt x="3667182" y="441767"/>
                        </a:lnTo>
                        <a:lnTo>
                          <a:pt x="3667182" y="183640"/>
                        </a:lnTo>
                        <a:lnTo>
                          <a:pt x="3677720" y="172224"/>
                        </a:lnTo>
                        <a:close/>
                        <a:moveTo>
                          <a:pt x="4177811" y="172224"/>
                        </a:moveTo>
                        <a:lnTo>
                          <a:pt x="4188164" y="183446"/>
                        </a:lnTo>
                        <a:lnTo>
                          <a:pt x="4188164" y="441971"/>
                        </a:lnTo>
                        <a:lnTo>
                          <a:pt x="4177811" y="453190"/>
                        </a:lnTo>
                        <a:lnTo>
                          <a:pt x="3939502" y="453190"/>
                        </a:lnTo>
                        <a:lnTo>
                          <a:pt x="3928974" y="441776"/>
                        </a:lnTo>
                        <a:lnTo>
                          <a:pt x="3928974" y="183634"/>
                        </a:lnTo>
                        <a:lnTo>
                          <a:pt x="3939494" y="172224"/>
                        </a:lnTo>
                        <a:close/>
                        <a:moveTo>
                          <a:pt x="4439569" y="172224"/>
                        </a:moveTo>
                        <a:lnTo>
                          <a:pt x="4449916" y="183437"/>
                        </a:lnTo>
                        <a:lnTo>
                          <a:pt x="4449916" y="441981"/>
                        </a:lnTo>
                        <a:lnTo>
                          <a:pt x="4439571" y="453190"/>
                        </a:lnTo>
                        <a:lnTo>
                          <a:pt x="4201294" y="453190"/>
                        </a:lnTo>
                        <a:lnTo>
                          <a:pt x="4190720" y="441738"/>
                        </a:lnTo>
                        <a:lnTo>
                          <a:pt x="4190720" y="183670"/>
                        </a:lnTo>
                        <a:lnTo>
                          <a:pt x="4201287" y="172224"/>
                        </a:lnTo>
                        <a:close/>
                        <a:moveTo>
                          <a:pt x="4701344" y="172224"/>
                        </a:moveTo>
                        <a:lnTo>
                          <a:pt x="4711701" y="183446"/>
                        </a:lnTo>
                        <a:lnTo>
                          <a:pt x="4711701" y="441971"/>
                        </a:lnTo>
                        <a:lnTo>
                          <a:pt x="4701345" y="453190"/>
                        </a:lnTo>
                        <a:lnTo>
                          <a:pt x="4463050" y="453190"/>
                        </a:lnTo>
                        <a:lnTo>
                          <a:pt x="4452500" y="441759"/>
                        </a:lnTo>
                        <a:lnTo>
                          <a:pt x="4452500" y="183648"/>
                        </a:lnTo>
                        <a:lnTo>
                          <a:pt x="4463042" y="172224"/>
                        </a:lnTo>
                        <a:close/>
                        <a:moveTo>
                          <a:pt x="4714281" y="0"/>
                        </a:moveTo>
                        <a:lnTo>
                          <a:pt x="4711697" y="0"/>
                        </a:lnTo>
                        <a:lnTo>
                          <a:pt x="4711697" y="158224"/>
                        </a:lnTo>
                        <a:lnTo>
                          <a:pt x="4701343" y="169441"/>
                        </a:lnTo>
                        <a:lnTo>
                          <a:pt x="4463044" y="169441"/>
                        </a:lnTo>
                        <a:lnTo>
                          <a:pt x="4452494" y="158012"/>
                        </a:lnTo>
                        <a:lnTo>
                          <a:pt x="4452494" y="0"/>
                        </a:lnTo>
                        <a:lnTo>
                          <a:pt x="4449913" y="0"/>
                        </a:lnTo>
                        <a:lnTo>
                          <a:pt x="4449913" y="158231"/>
                        </a:lnTo>
                        <a:lnTo>
                          <a:pt x="4439567" y="169441"/>
                        </a:lnTo>
                        <a:lnTo>
                          <a:pt x="4201291" y="169441"/>
                        </a:lnTo>
                        <a:lnTo>
                          <a:pt x="4190714" y="157990"/>
                        </a:lnTo>
                        <a:lnTo>
                          <a:pt x="4190714" y="0"/>
                        </a:lnTo>
                        <a:lnTo>
                          <a:pt x="4188161" y="0"/>
                        </a:lnTo>
                        <a:lnTo>
                          <a:pt x="4188161" y="158224"/>
                        </a:lnTo>
                        <a:lnTo>
                          <a:pt x="4177809" y="169441"/>
                        </a:lnTo>
                        <a:lnTo>
                          <a:pt x="3939494" y="169441"/>
                        </a:lnTo>
                        <a:lnTo>
                          <a:pt x="3928969" y="158026"/>
                        </a:lnTo>
                        <a:lnTo>
                          <a:pt x="3928969" y="0"/>
                        </a:lnTo>
                        <a:lnTo>
                          <a:pt x="3926409" y="0"/>
                        </a:lnTo>
                        <a:lnTo>
                          <a:pt x="3926409" y="158192"/>
                        </a:lnTo>
                        <a:lnTo>
                          <a:pt x="3916022" y="169441"/>
                        </a:lnTo>
                        <a:lnTo>
                          <a:pt x="3677720" y="169441"/>
                        </a:lnTo>
                        <a:lnTo>
                          <a:pt x="3667179" y="158018"/>
                        </a:lnTo>
                        <a:lnTo>
                          <a:pt x="3667179" y="0"/>
                        </a:lnTo>
                        <a:lnTo>
                          <a:pt x="3664622" y="0"/>
                        </a:lnTo>
                        <a:lnTo>
                          <a:pt x="3664622" y="158195"/>
                        </a:lnTo>
                        <a:lnTo>
                          <a:pt x="3654242" y="169441"/>
                        </a:lnTo>
                        <a:lnTo>
                          <a:pt x="3415962" y="169441"/>
                        </a:lnTo>
                        <a:lnTo>
                          <a:pt x="3405422" y="158025"/>
                        </a:lnTo>
                        <a:lnTo>
                          <a:pt x="3405422" y="0"/>
                        </a:lnTo>
                        <a:lnTo>
                          <a:pt x="3402867" y="0"/>
                        </a:lnTo>
                        <a:lnTo>
                          <a:pt x="3402867" y="158192"/>
                        </a:lnTo>
                        <a:lnTo>
                          <a:pt x="3392481" y="169441"/>
                        </a:lnTo>
                        <a:lnTo>
                          <a:pt x="3154187" y="169441"/>
                        </a:lnTo>
                        <a:lnTo>
                          <a:pt x="3143648" y="158025"/>
                        </a:lnTo>
                        <a:lnTo>
                          <a:pt x="3143648" y="0"/>
                        </a:lnTo>
                        <a:lnTo>
                          <a:pt x="3141066" y="0"/>
                        </a:lnTo>
                        <a:lnTo>
                          <a:pt x="3141066" y="158217"/>
                        </a:lnTo>
                        <a:lnTo>
                          <a:pt x="3130707" y="169441"/>
                        </a:lnTo>
                        <a:lnTo>
                          <a:pt x="2892418" y="169441"/>
                        </a:lnTo>
                        <a:lnTo>
                          <a:pt x="2881884" y="158027"/>
                        </a:lnTo>
                        <a:lnTo>
                          <a:pt x="2881884" y="0"/>
                        </a:lnTo>
                        <a:lnTo>
                          <a:pt x="2879296" y="0"/>
                        </a:lnTo>
                        <a:lnTo>
                          <a:pt x="2879296" y="158219"/>
                        </a:lnTo>
                        <a:lnTo>
                          <a:pt x="2868932" y="169441"/>
                        </a:lnTo>
                        <a:lnTo>
                          <a:pt x="2630646" y="169441"/>
                        </a:lnTo>
                        <a:lnTo>
                          <a:pt x="2620081" y="157993"/>
                        </a:lnTo>
                        <a:lnTo>
                          <a:pt x="2620081" y="0"/>
                        </a:lnTo>
                        <a:lnTo>
                          <a:pt x="2617520" y="0"/>
                        </a:lnTo>
                        <a:lnTo>
                          <a:pt x="2617520" y="158224"/>
                        </a:lnTo>
                        <a:lnTo>
                          <a:pt x="2607169" y="169441"/>
                        </a:lnTo>
                        <a:lnTo>
                          <a:pt x="2368886" y="169441"/>
                        </a:lnTo>
                        <a:lnTo>
                          <a:pt x="2358329" y="158018"/>
                        </a:lnTo>
                        <a:lnTo>
                          <a:pt x="2358329" y="0"/>
                        </a:lnTo>
                        <a:lnTo>
                          <a:pt x="2355744" y="0"/>
                        </a:lnTo>
                        <a:lnTo>
                          <a:pt x="2355744" y="158222"/>
                        </a:lnTo>
                        <a:lnTo>
                          <a:pt x="2345401" y="169441"/>
                        </a:lnTo>
                        <a:lnTo>
                          <a:pt x="2107102" y="169441"/>
                        </a:lnTo>
                        <a:lnTo>
                          <a:pt x="2096575" y="158034"/>
                        </a:lnTo>
                        <a:lnTo>
                          <a:pt x="2096575" y="0"/>
                        </a:lnTo>
                        <a:lnTo>
                          <a:pt x="2094012" y="0"/>
                        </a:lnTo>
                        <a:lnTo>
                          <a:pt x="2094012" y="158180"/>
                        </a:lnTo>
                        <a:lnTo>
                          <a:pt x="2083625" y="169441"/>
                        </a:lnTo>
                        <a:lnTo>
                          <a:pt x="1845319" y="169441"/>
                        </a:lnTo>
                        <a:lnTo>
                          <a:pt x="1834815" y="158058"/>
                        </a:lnTo>
                        <a:lnTo>
                          <a:pt x="1834815" y="0"/>
                        </a:lnTo>
                        <a:lnTo>
                          <a:pt x="1832233" y="0"/>
                        </a:lnTo>
                        <a:lnTo>
                          <a:pt x="1832233" y="158185"/>
                        </a:lnTo>
                        <a:lnTo>
                          <a:pt x="1821844" y="169441"/>
                        </a:lnTo>
                        <a:lnTo>
                          <a:pt x="1583564" y="169441"/>
                        </a:lnTo>
                        <a:lnTo>
                          <a:pt x="1573040" y="158035"/>
                        </a:lnTo>
                        <a:lnTo>
                          <a:pt x="1573040" y="0"/>
                        </a:lnTo>
                        <a:lnTo>
                          <a:pt x="1570484" y="0"/>
                        </a:lnTo>
                        <a:lnTo>
                          <a:pt x="1570484" y="158178"/>
                        </a:lnTo>
                        <a:lnTo>
                          <a:pt x="1560085" y="169441"/>
                        </a:lnTo>
                        <a:lnTo>
                          <a:pt x="1321801" y="169441"/>
                        </a:lnTo>
                        <a:lnTo>
                          <a:pt x="1311283" y="158052"/>
                        </a:lnTo>
                        <a:lnTo>
                          <a:pt x="1311283" y="0"/>
                        </a:lnTo>
                        <a:lnTo>
                          <a:pt x="1308708" y="0"/>
                        </a:lnTo>
                        <a:lnTo>
                          <a:pt x="1308708" y="158192"/>
                        </a:lnTo>
                        <a:lnTo>
                          <a:pt x="1298334" y="169441"/>
                        </a:lnTo>
                        <a:lnTo>
                          <a:pt x="1060055" y="169441"/>
                        </a:lnTo>
                        <a:lnTo>
                          <a:pt x="1049557" y="158066"/>
                        </a:lnTo>
                        <a:lnTo>
                          <a:pt x="1049557" y="0"/>
                        </a:lnTo>
                        <a:lnTo>
                          <a:pt x="1046974" y="0"/>
                        </a:lnTo>
                        <a:lnTo>
                          <a:pt x="1046974" y="158175"/>
                        </a:lnTo>
                        <a:lnTo>
                          <a:pt x="1036571" y="169441"/>
                        </a:lnTo>
                        <a:lnTo>
                          <a:pt x="798333" y="169441"/>
                        </a:lnTo>
                        <a:lnTo>
                          <a:pt x="787885" y="158122"/>
                        </a:lnTo>
                        <a:lnTo>
                          <a:pt x="787885" y="0"/>
                        </a:lnTo>
                        <a:lnTo>
                          <a:pt x="785301" y="0"/>
                        </a:lnTo>
                        <a:lnTo>
                          <a:pt x="785301" y="158122"/>
                        </a:lnTo>
                        <a:lnTo>
                          <a:pt x="774854" y="169441"/>
                        </a:lnTo>
                        <a:lnTo>
                          <a:pt x="536565" y="169441"/>
                        </a:lnTo>
                        <a:lnTo>
                          <a:pt x="526116" y="158122"/>
                        </a:lnTo>
                        <a:lnTo>
                          <a:pt x="526116" y="0"/>
                        </a:lnTo>
                        <a:lnTo>
                          <a:pt x="523535" y="0"/>
                        </a:lnTo>
                        <a:lnTo>
                          <a:pt x="523535" y="158122"/>
                        </a:lnTo>
                        <a:lnTo>
                          <a:pt x="513086" y="169441"/>
                        </a:lnTo>
                        <a:lnTo>
                          <a:pt x="274769" y="169441"/>
                        </a:lnTo>
                        <a:lnTo>
                          <a:pt x="264349" y="158152"/>
                        </a:lnTo>
                        <a:lnTo>
                          <a:pt x="264349" y="0"/>
                        </a:lnTo>
                        <a:lnTo>
                          <a:pt x="261767" y="0"/>
                        </a:lnTo>
                        <a:lnTo>
                          <a:pt x="261767" y="158091"/>
                        </a:lnTo>
                        <a:lnTo>
                          <a:pt x="251291" y="169441"/>
                        </a:lnTo>
                        <a:lnTo>
                          <a:pt x="67161" y="169441"/>
                        </a:lnTo>
                        <a:lnTo>
                          <a:pt x="67161" y="172224"/>
                        </a:lnTo>
                        <a:lnTo>
                          <a:pt x="251294" y="172224"/>
                        </a:lnTo>
                        <a:lnTo>
                          <a:pt x="261767" y="183573"/>
                        </a:lnTo>
                        <a:lnTo>
                          <a:pt x="261767" y="441841"/>
                        </a:lnTo>
                        <a:lnTo>
                          <a:pt x="251289" y="453190"/>
                        </a:lnTo>
                        <a:lnTo>
                          <a:pt x="67161" y="453190"/>
                        </a:lnTo>
                        <a:lnTo>
                          <a:pt x="67161" y="455974"/>
                        </a:lnTo>
                        <a:lnTo>
                          <a:pt x="251294" y="455974"/>
                        </a:lnTo>
                        <a:lnTo>
                          <a:pt x="261767" y="467322"/>
                        </a:lnTo>
                        <a:lnTo>
                          <a:pt x="261767" y="561322"/>
                        </a:lnTo>
                        <a:lnTo>
                          <a:pt x="264349" y="561322"/>
                        </a:lnTo>
                        <a:lnTo>
                          <a:pt x="264349" y="467261"/>
                        </a:lnTo>
                        <a:lnTo>
                          <a:pt x="274765" y="455974"/>
                        </a:lnTo>
                        <a:lnTo>
                          <a:pt x="513089" y="455974"/>
                        </a:lnTo>
                        <a:lnTo>
                          <a:pt x="523535" y="467290"/>
                        </a:lnTo>
                        <a:lnTo>
                          <a:pt x="523535" y="561322"/>
                        </a:lnTo>
                        <a:lnTo>
                          <a:pt x="526116" y="561322"/>
                        </a:lnTo>
                        <a:lnTo>
                          <a:pt x="526116" y="467290"/>
                        </a:lnTo>
                        <a:lnTo>
                          <a:pt x="536562" y="455974"/>
                        </a:lnTo>
                        <a:lnTo>
                          <a:pt x="774856" y="455974"/>
                        </a:lnTo>
                        <a:lnTo>
                          <a:pt x="785301" y="467290"/>
                        </a:lnTo>
                        <a:lnTo>
                          <a:pt x="785301" y="561322"/>
                        </a:lnTo>
                        <a:lnTo>
                          <a:pt x="787885" y="561322"/>
                        </a:lnTo>
                        <a:lnTo>
                          <a:pt x="787885" y="467290"/>
                        </a:lnTo>
                        <a:lnTo>
                          <a:pt x="798330" y="455974"/>
                        </a:lnTo>
                        <a:lnTo>
                          <a:pt x="1036577" y="455974"/>
                        </a:lnTo>
                        <a:lnTo>
                          <a:pt x="1046980" y="467241"/>
                        </a:lnTo>
                        <a:lnTo>
                          <a:pt x="1046980" y="561322"/>
                        </a:lnTo>
                        <a:lnTo>
                          <a:pt x="1049562" y="561322"/>
                        </a:lnTo>
                        <a:lnTo>
                          <a:pt x="1049562" y="467343"/>
                        </a:lnTo>
                        <a:lnTo>
                          <a:pt x="1060055" y="455974"/>
                        </a:lnTo>
                        <a:lnTo>
                          <a:pt x="1298334" y="455974"/>
                        </a:lnTo>
                        <a:lnTo>
                          <a:pt x="1308721" y="467227"/>
                        </a:lnTo>
                        <a:lnTo>
                          <a:pt x="1308721" y="561322"/>
                        </a:lnTo>
                        <a:lnTo>
                          <a:pt x="1311306" y="561322"/>
                        </a:lnTo>
                        <a:lnTo>
                          <a:pt x="1311306" y="467353"/>
                        </a:lnTo>
                        <a:lnTo>
                          <a:pt x="1321801" y="455974"/>
                        </a:lnTo>
                        <a:lnTo>
                          <a:pt x="1560093" y="455974"/>
                        </a:lnTo>
                        <a:lnTo>
                          <a:pt x="1570491" y="467239"/>
                        </a:lnTo>
                        <a:lnTo>
                          <a:pt x="1570491" y="561322"/>
                        </a:lnTo>
                        <a:lnTo>
                          <a:pt x="1573045" y="561322"/>
                        </a:lnTo>
                        <a:lnTo>
                          <a:pt x="1573045" y="467374"/>
                        </a:lnTo>
                        <a:lnTo>
                          <a:pt x="1583565" y="455974"/>
                        </a:lnTo>
                        <a:lnTo>
                          <a:pt x="1821854" y="455974"/>
                        </a:lnTo>
                        <a:lnTo>
                          <a:pt x="1832241" y="467233"/>
                        </a:lnTo>
                        <a:lnTo>
                          <a:pt x="1832241" y="561322"/>
                        </a:lnTo>
                        <a:lnTo>
                          <a:pt x="1834826" y="561322"/>
                        </a:lnTo>
                        <a:lnTo>
                          <a:pt x="1834826" y="467350"/>
                        </a:lnTo>
                        <a:lnTo>
                          <a:pt x="1845322" y="455974"/>
                        </a:lnTo>
                        <a:lnTo>
                          <a:pt x="2083631" y="455974"/>
                        </a:lnTo>
                        <a:lnTo>
                          <a:pt x="2094024" y="467239"/>
                        </a:lnTo>
                        <a:lnTo>
                          <a:pt x="2094024" y="561322"/>
                        </a:lnTo>
                        <a:lnTo>
                          <a:pt x="2096583" y="561322"/>
                        </a:lnTo>
                        <a:lnTo>
                          <a:pt x="2096583" y="467373"/>
                        </a:lnTo>
                        <a:lnTo>
                          <a:pt x="2107102" y="455974"/>
                        </a:lnTo>
                        <a:lnTo>
                          <a:pt x="2345407" y="455974"/>
                        </a:lnTo>
                        <a:lnTo>
                          <a:pt x="2355756" y="467196"/>
                        </a:lnTo>
                        <a:lnTo>
                          <a:pt x="2355756" y="561322"/>
                        </a:lnTo>
                        <a:lnTo>
                          <a:pt x="2358343" y="561322"/>
                        </a:lnTo>
                        <a:lnTo>
                          <a:pt x="2358343" y="467388"/>
                        </a:lnTo>
                        <a:lnTo>
                          <a:pt x="2368886" y="455974"/>
                        </a:lnTo>
                        <a:lnTo>
                          <a:pt x="2607176" y="455974"/>
                        </a:lnTo>
                        <a:lnTo>
                          <a:pt x="2617528" y="467192"/>
                        </a:lnTo>
                        <a:lnTo>
                          <a:pt x="2617528" y="561322"/>
                        </a:lnTo>
                        <a:lnTo>
                          <a:pt x="2620089" y="561322"/>
                        </a:lnTo>
                        <a:lnTo>
                          <a:pt x="2620089" y="467416"/>
                        </a:lnTo>
                        <a:lnTo>
                          <a:pt x="2630648" y="455974"/>
                        </a:lnTo>
                        <a:lnTo>
                          <a:pt x="2868947" y="455974"/>
                        </a:lnTo>
                        <a:lnTo>
                          <a:pt x="2879310" y="467199"/>
                        </a:lnTo>
                        <a:lnTo>
                          <a:pt x="2879310" y="561322"/>
                        </a:lnTo>
                        <a:lnTo>
                          <a:pt x="2881890" y="561322"/>
                        </a:lnTo>
                        <a:lnTo>
                          <a:pt x="2881890" y="467381"/>
                        </a:lnTo>
                        <a:lnTo>
                          <a:pt x="2892420" y="455974"/>
                        </a:lnTo>
                        <a:lnTo>
                          <a:pt x="3130715" y="455974"/>
                        </a:lnTo>
                        <a:lnTo>
                          <a:pt x="3141077" y="467199"/>
                        </a:lnTo>
                        <a:lnTo>
                          <a:pt x="3141077" y="561322"/>
                        </a:lnTo>
                        <a:lnTo>
                          <a:pt x="3143659" y="561322"/>
                        </a:lnTo>
                        <a:lnTo>
                          <a:pt x="3143659" y="467382"/>
                        </a:lnTo>
                        <a:lnTo>
                          <a:pt x="3154191" y="455974"/>
                        </a:lnTo>
                        <a:lnTo>
                          <a:pt x="3392489" y="455974"/>
                        </a:lnTo>
                        <a:lnTo>
                          <a:pt x="3402877" y="467229"/>
                        </a:lnTo>
                        <a:lnTo>
                          <a:pt x="3402877" y="561322"/>
                        </a:lnTo>
                        <a:lnTo>
                          <a:pt x="3405432" y="561322"/>
                        </a:lnTo>
                        <a:lnTo>
                          <a:pt x="3405432" y="467382"/>
                        </a:lnTo>
                        <a:lnTo>
                          <a:pt x="3415964" y="455974"/>
                        </a:lnTo>
                        <a:lnTo>
                          <a:pt x="3654248" y="455974"/>
                        </a:lnTo>
                        <a:lnTo>
                          <a:pt x="3664630" y="467222"/>
                        </a:lnTo>
                        <a:lnTo>
                          <a:pt x="3664630" y="561322"/>
                        </a:lnTo>
                        <a:lnTo>
                          <a:pt x="3667188" y="561322"/>
                        </a:lnTo>
                        <a:lnTo>
                          <a:pt x="3667188" y="467388"/>
                        </a:lnTo>
                        <a:lnTo>
                          <a:pt x="3677723" y="455974"/>
                        </a:lnTo>
                        <a:lnTo>
                          <a:pt x="3916028" y="455974"/>
                        </a:lnTo>
                        <a:lnTo>
                          <a:pt x="3926418" y="467229"/>
                        </a:lnTo>
                        <a:lnTo>
                          <a:pt x="3926418" y="561322"/>
                        </a:lnTo>
                        <a:lnTo>
                          <a:pt x="3928977" y="561322"/>
                        </a:lnTo>
                        <a:lnTo>
                          <a:pt x="3928977" y="467381"/>
                        </a:lnTo>
                        <a:lnTo>
                          <a:pt x="3939498" y="455974"/>
                        </a:lnTo>
                        <a:lnTo>
                          <a:pt x="4177815" y="455974"/>
                        </a:lnTo>
                        <a:lnTo>
                          <a:pt x="4188170" y="467193"/>
                        </a:lnTo>
                        <a:lnTo>
                          <a:pt x="4188170" y="561322"/>
                        </a:lnTo>
                        <a:lnTo>
                          <a:pt x="4190725" y="561322"/>
                        </a:lnTo>
                        <a:lnTo>
                          <a:pt x="4190725" y="467419"/>
                        </a:lnTo>
                        <a:lnTo>
                          <a:pt x="4201292" y="455974"/>
                        </a:lnTo>
                        <a:lnTo>
                          <a:pt x="4439575" y="455974"/>
                        </a:lnTo>
                        <a:lnTo>
                          <a:pt x="4449923" y="467187"/>
                        </a:lnTo>
                        <a:lnTo>
                          <a:pt x="4449923" y="561322"/>
                        </a:lnTo>
                        <a:lnTo>
                          <a:pt x="4452505" y="561322"/>
                        </a:lnTo>
                        <a:lnTo>
                          <a:pt x="4452505" y="467395"/>
                        </a:lnTo>
                        <a:lnTo>
                          <a:pt x="4463047" y="455974"/>
                        </a:lnTo>
                        <a:lnTo>
                          <a:pt x="4701350" y="455974"/>
                        </a:lnTo>
                        <a:lnTo>
                          <a:pt x="4711706" y="467193"/>
                        </a:lnTo>
                        <a:lnTo>
                          <a:pt x="4711706" y="561322"/>
                        </a:lnTo>
                        <a:lnTo>
                          <a:pt x="4714289" y="561322"/>
                        </a:lnTo>
                        <a:lnTo>
                          <a:pt x="4714289" y="467388"/>
                        </a:lnTo>
                        <a:lnTo>
                          <a:pt x="4724825" y="455974"/>
                        </a:lnTo>
                        <a:lnTo>
                          <a:pt x="4890050" y="455974"/>
                        </a:lnTo>
                        <a:lnTo>
                          <a:pt x="4890044" y="453190"/>
                        </a:lnTo>
                        <a:lnTo>
                          <a:pt x="4724828" y="453190"/>
                        </a:lnTo>
                        <a:lnTo>
                          <a:pt x="4714285" y="441769"/>
                        </a:lnTo>
                        <a:lnTo>
                          <a:pt x="4714285" y="183638"/>
                        </a:lnTo>
                        <a:lnTo>
                          <a:pt x="4724821" y="172224"/>
                        </a:lnTo>
                        <a:lnTo>
                          <a:pt x="4889400" y="172224"/>
                        </a:lnTo>
                        <a:lnTo>
                          <a:pt x="4889394" y="169441"/>
                        </a:lnTo>
                        <a:lnTo>
                          <a:pt x="4724823" y="169441"/>
                        </a:lnTo>
                        <a:lnTo>
                          <a:pt x="4714281" y="158018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8000"/>
                    </a:schemeClr>
                  </a:solidFill>
                  <a:ln w="2153" cap="flat">
                    <a:noFill/>
                    <a:prstDash val="solid"/>
                    <a:miter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endParaRPr lang="zh-CN" altLang="en-US" sz="1520" dirty="0"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a:endParaRPr>
                  </a:p>
                </p:txBody>
              </p:sp>
            </p:grpSp>
            <p:pic>
              <p:nvPicPr>
                <p:cNvPr id="101" name="图片 100" descr="黑暗中的灯光&#10;&#10;描述已自动生成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06" y="1437"/>
                  <a:ext cx="9649" cy="1721"/>
                </a:xfrm>
                <a:prstGeom prst="rect">
                  <a:avLst/>
                </a:prstGeom>
              </p:spPr>
            </p:pic>
            <p:sp>
              <p:nvSpPr>
                <p:cNvPr id="38" name="文本框 37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3942" y="1553"/>
                  <a:ext cx="6345" cy="7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2000" b="1" dirty="0">
                      <a:gradFill flip="none" rotWithShape="1">
                        <a:gsLst>
                          <a:gs pos="0">
                            <a:srgbClr val="FFFF00"/>
                          </a:gs>
                          <a:gs pos="57000">
                            <a:srgbClr val="00F4EE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>
                        <a:reflection blurRad="165100" stA="47000" endPos="58000" dir="5400000" sy="-100000" algn="bl" rotWithShape="0"/>
                      </a:effectLst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✓  系统做什么</a:t>
                  </a:r>
                  <a:endParaRPr lang="zh-CN" altLang="en-US" sz="2000" b="1" dirty="0">
                    <a:gradFill flip="none" rotWithShape="1">
                      <a:gsLst>
                        <a:gs pos="0">
                          <a:srgbClr val="FFFF00"/>
                        </a:gs>
                        <a:gs pos="57000">
                          <a:srgbClr val="00F4EE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>
                      <a:reflection blurRad="165100" stA="47000" endPos="58000" dir="5400000" sy="-100000" algn="bl" rotWithShape="0"/>
                    </a:effectLst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89" name="组合 88"/>
            <p:cNvGrpSpPr/>
            <p:nvPr/>
          </p:nvGrpSpPr>
          <p:grpSpPr>
            <a:xfrm>
              <a:off x="968" y="2446"/>
              <a:ext cx="5776" cy="4542"/>
              <a:chOff x="696" y="2678"/>
              <a:chExt cx="5776" cy="4542"/>
            </a:xfrm>
          </p:grpSpPr>
          <p:sp>
            <p:nvSpPr>
              <p:cNvPr id="80" name="Text 8"/>
              <p:cNvSpPr/>
              <p:nvPr/>
            </p:nvSpPr>
            <p:spPr>
              <a:xfrm>
                <a:off x="712" y="267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接收并管理学生提交的成果文件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1" name="Text 9"/>
              <p:cNvSpPr/>
              <p:nvPr/>
            </p:nvSpPr>
            <p:spPr>
              <a:xfrm>
                <a:off x="696" y="3586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静态解析文档结构与代码目录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2" name="Text 10"/>
              <p:cNvSpPr/>
              <p:nvPr/>
            </p:nvSpPr>
            <p:spPr>
              <a:xfrm>
                <a:off x="712" y="4632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大模型辅助生成评价建议（可复核）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3" name="Text 11"/>
              <p:cNvSpPr/>
              <p:nvPr/>
            </p:nvSpPr>
            <p:spPr>
              <a:xfrm>
                <a:off x="696" y="563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支持教师配置评价规则与指标模板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8" name="Text 12"/>
              <p:cNvSpPr/>
              <p:nvPr/>
            </p:nvSpPr>
            <p:spPr>
              <a:xfrm>
                <a:off x="712" y="6586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生成班级报表与教学质量画像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25670" y="955040"/>
            <a:ext cx="4076700" cy="6676390"/>
            <a:chOff x="7538" y="1504"/>
            <a:chExt cx="6116" cy="10514"/>
          </a:xfrm>
        </p:grpSpPr>
        <p:grpSp>
          <p:nvGrpSpPr>
            <p:cNvPr id="68" name="组合 67"/>
            <p:cNvGrpSpPr/>
            <p:nvPr/>
          </p:nvGrpSpPr>
          <p:grpSpPr>
            <a:xfrm>
              <a:off x="7538" y="1504"/>
              <a:ext cx="6117" cy="10514"/>
              <a:chOff x="8916" y="1435"/>
              <a:chExt cx="9649" cy="12962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9058" y="1553"/>
                <a:ext cx="8695" cy="6746"/>
                <a:chOff x="9058" y="1553"/>
                <a:chExt cx="8695" cy="6746"/>
              </a:xfrm>
            </p:grpSpPr>
            <p:grpSp>
              <p:nvGrpSpPr>
                <p:cNvPr id="84" name="组合 83"/>
                <p:cNvGrpSpPr/>
                <p:nvPr/>
              </p:nvGrpSpPr>
              <p:grpSpPr>
                <a:xfrm flipH="1">
                  <a:off x="9058" y="1614"/>
                  <a:ext cx="8695" cy="6685"/>
                  <a:chOff x="1024044" y="1230209"/>
                  <a:chExt cx="5027341" cy="3891273"/>
                </a:xfrm>
              </p:grpSpPr>
              <p:sp>
                <p:nvSpPr>
                  <p:cNvPr id="85" name="任意多边形: 形状 84"/>
                  <p:cNvSpPr/>
                  <p:nvPr/>
                </p:nvSpPr>
                <p:spPr>
                  <a:xfrm flipH="1">
                    <a:off x="1024044" y="1234563"/>
                    <a:ext cx="4737725" cy="390225"/>
                  </a:xfrm>
                  <a:custGeom>
                    <a:avLst/>
                    <a:gdLst>
                      <a:gd name="connsiteX0" fmla="*/ 0 w 4638665"/>
                      <a:gd name="connsiteY0" fmla="*/ 0 h 384510"/>
                      <a:gd name="connsiteX1" fmla="*/ 3863285 w 4638665"/>
                      <a:gd name="connsiteY1" fmla="*/ 0 h 384510"/>
                      <a:gd name="connsiteX2" fmla="*/ 4638665 w 4638665"/>
                      <a:gd name="connsiteY2" fmla="*/ 384510 h 384510"/>
                      <a:gd name="connsiteX3" fmla="*/ 63328 w 4638665"/>
                      <a:gd name="connsiteY3" fmla="*/ 384510 h 384510"/>
                      <a:gd name="connsiteX4" fmla="*/ 0 w 4638665"/>
                      <a:gd name="connsiteY4" fmla="*/ 0 h 384510"/>
                      <a:gd name="connsiteX0-1" fmla="*/ 0 w 4659620"/>
                      <a:gd name="connsiteY0-2" fmla="*/ 0 h 392130"/>
                      <a:gd name="connsiteX1-3" fmla="*/ 3884240 w 4659620"/>
                      <a:gd name="connsiteY1-4" fmla="*/ 7620 h 392130"/>
                      <a:gd name="connsiteX2-5" fmla="*/ 4659620 w 4659620"/>
                      <a:gd name="connsiteY2-6" fmla="*/ 392130 h 392130"/>
                      <a:gd name="connsiteX3-7" fmla="*/ 84283 w 4659620"/>
                      <a:gd name="connsiteY3-8" fmla="*/ 392130 h 392130"/>
                      <a:gd name="connsiteX4-9" fmla="*/ 0 w 4659620"/>
                      <a:gd name="connsiteY4-10" fmla="*/ 0 h 392130"/>
                      <a:gd name="connsiteX0-11" fmla="*/ 0 w 4737725"/>
                      <a:gd name="connsiteY0-12" fmla="*/ 0 h 390225"/>
                      <a:gd name="connsiteX1-13" fmla="*/ 3962345 w 4737725"/>
                      <a:gd name="connsiteY1-14" fmla="*/ 5715 h 390225"/>
                      <a:gd name="connsiteX2-15" fmla="*/ 4737725 w 4737725"/>
                      <a:gd name="connsiteY2-16" fmla="*/ 390225 h 390225"/>
                      <a:gd name="connsiteX3-17" fmla="*/ 162388 w 4737725"/>
                      <a:gd name="connsiteY3-18" fmla="*/ 390225 h 390225"/>
                      <a:gd name="connsiteX4-19" fmla="*/ 0 w 4737725"/>
                      <a:gd name="connsiteY4-20" fmla="*/ 0 h 390225"/>
                      <a:gd name="connsiteX0-21" fmla="*/ 0 w 4737725"/>
                      <a:gd name="connsiteY0-22" fmla="*/ 0 h 390225"/>
                      <a:gd name="connsiteX1-23" fmla="*/ 3962345 w 4737725"/>
                      <a:gd name="connsiteY1-24" fmla="*/ 5715 h 390225"/>
                      <a:gd name="connsiteX2-25" fmla="*/ 4737725 w 4737725"/>
                      <a:gd name="connsiteY2-26" fmla="*/ 390225 h 390225"/>
                      <a:gd name="connsiteX3-27" fmla="*/ 142150 w 4737725"/>
                      <a:gd name="connsiteY3-28" fmla="*/ 388770 h 390225"/>
                      <a:gd name="connsiteX4-29" fmla="*/ 0 w 4737725"/>
                      <a:gd name="connsiteY4-30" fmla="*/ 0 h 390225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4737725" h="390225">
                        <a:moveTo>
                          <a:pt x="0" y="0"/>
                        </a:moveTo>
                        <a:lnTo>
                          <a:pt x="3962345" y="5715"/>
                        </a:lnTo>
                        <a:lnTo>
                          <a:pt x="4737725" y="390225"/>
                        </a:lnTo>
                        <a:lnTo>
                          <a:pt x="142150" y="3887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1">
                          <a:alpha val="33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5757761" y="1368839"/>
                    <a:ext cx="293624" cy="3752643"/>
                  </a:xfrm>
                  <a:custGeom>
                    <a:avLst/>
                    <a:gdLst>
                      <a:gd name="connsiteX0" fmla="*/ 146304 w 298704"/>
                      <a:gd name="connsiteY0" fmla="*/ 3810000 h 3810000"/>
                      <a:gd name="connsiteX1" fmla="*/ 292608 w 298704"/>
                      <a:gd name="connsiteY1" fmla="*/ 3614928 h 3810000"/>
                      <a:gd name="connsiteX2" fmla="*/ 298704 w 298704"/>
                      <a:gd name="connsiteY2" fmla="*/ 0 h 3810000"/>
                      <a:gd name="connsiteX3" fmla="*/ 12192 w 298704"/>
                      <a:gd name="connsiteY3" fmla="*/ 316992 h 3810000"/>
                      <a:gd name="connsiteX4" fmla="*/ 0 w 298704"/>
                      <a:gd name="connsiteY4" fmla="*/ 2145792 h 3810000"/>
                      <a:gd name="connsiteX5" fmla="*/ 134112 w 298704"/>
                      <a:gd name="connsiteY5" fmla="*/ 2286000 h 3810000"/>
                      <a:gd name="connsiteX6" fmla="*/ 146304 w 298704"/>
                      <a:gd name="connsiteY6" fmla="*/ 3810000 h 3810000"/>
                      <a:gd name="connsiteX0-1" fmla="*/ 146304 w 293624"/>
                      <a:gd name="connsiteY0-2" fmla="*/ 3886200 h 3886200"/>
                      <a:gd name="connsiteX1-3" fmla="*/ 292608 w 293624"/>
                      <a:gd name="connsiteY1-4" fmla="*/ 3691128 h 3886200"/>
                      <a:gd name="connsiteX2-5" fmla="*/ 293624 w 293624"/>
                      <a:gd name="connsiteY2-6" fmla="*/ 0 h 3886200"/>
                      <a:gd name="connsiteX3-7" fmla="*/ 12192 w 293624"/>
                      <a:gd name="connsiteY3-8" fmla="*/ 393192 h 3886200"/>
                      <a:gd name="connsiteX4-9" fmla="*/ 0 w 293624"/>
                      <a:gd name="connsiteY4-10" fmla="*/ 2221992 h 3886200"/>
                      <a:gd name="connsiteX5-11" fmla="*/ 134112 w 293624"/>
                      <a:gd name="connsiteY5-12" fmla="*/ 2362200 h 3886200"/>
                      <a:gd name="connsiteX6-13" fmla="*/ 146304 w 293624"/>
                      <a:gd name="connsiteY6-14" fmla="*/ 3886200 h 3886200"/>
                      <a:gd name="connsiteX0-15" fmla="*/ 146304 w 293624"/>
                      <a:gd name="connsiteY0-16" fmla="*/ 3886200 h 3886200"/>
                      <a:gd name="connsiteX1-17" fmla="*/ 292608 w 293624"/>
                      <a:gd name="connsiteY1-18" fmla="*/ 3691128 h 3886200"/>
                      <a:gd name="connsiteX2-19" fmla="*/ 293624 w 293624"/>
                      <a:gd name="connsiteY2-20" fmla="*/ 0 h 3886200"/>
                      <a:gd name="connsiteX3-21" fmla="*/ 8382 w 293624"/>
                      <a:gd name="connsiteY3-22" fmla="*/ 387477 h 3886200"/>
                      <a:gd name="connsiteX4-23" fmla="*/ 0 w 293624"/>
                      <a:gd name="connsiteY4-24" fmla="*/ 2221992 h 3886200"/>
                      <a:gd name="connsiteX5-25" fmla="*/ 134112 w 293624"/>
                      <a:gd name="connsiteY5-26" fmla="*/ 2362200 h 3886200"/>
                      <a:gd name="connsiteX6-27" fmla="*/ 146304 w 293624"/>
                      <a:gd name="connsiteY6-28" fmla="*/ 3886200 h 38862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</a:cxnLst>
                    <a:rect l="l" t="t" r="r" b="b"/>
                    <a:pathLst>
                      <a:path w="293624" h="3886200">
                        <a:moveTo>
                          <a:pt x="146304" y="3886200"/>
                        </a:moveTo>
                        <a:lnTo>
                          <a:pt x="292608" y="3691128"/>
                        </a:lnTo>
                        <a:cubicBezTo>
                          <a:pt x="292947" y="2460752"/>
                          <a:pt x="293285" y="1230376"/>
                          <a:pt x="293624" y="0"/>
                        </a:cubicBezTo>
                        <a:lnTo>
                          <a:pt x="8382" y="387477"/>
                        </a:lnTo>
                        <a:lnTo>
                          <a:pt x="0" y="2221992"/>
                        </a:lnTo>
                        <a:lnTo>
                          <a:pt x="134112" y="2362200"/>
                        </a:lnTo>
                        <a:lnTo>
                          <a:pt x="146304" y="388620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14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1">
                          <a:alpha val="33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5617756" y="1230209"/>
                    <a:ext cx="392714" cy="520700"/>
                  </a:xfrm>
                  <a:custGeom>
                    <a:avLst/>
                    <a:gdLst>
                      <a:gd name="connsiteX0" fmla="*/ 0 w 416560"/>
                      <a:gd name="connsiteY0" fmla="*/ 350520 h 467360"/>
                      <a:gd name="connsiteX1" fmla="*/ 81280 w 416560"/>
                      <a:gd name="connsiteY1" fmla="*/ 0 h 467360"/>
                      <a:gd name="connsiteX2" fmla="*/ 416560 w 416560"/>
                      <a:gd name="connsiteY2" fmla="*/ 157480 h 467360"/>
                      <a:gd name="connsiteX3" fmla="*/ 157480 w 416560"/>
                      <a:gd name="connsiteY3" fmla="*/ 467360 h 467360"/>
                      <a:gd name="connsiteX4" fmla="*/ 0 w 416560"/>
                      <a:gd name="connsiteY4" fmla="*/ 350520 h 467360"/>
                      <a:gd name="connsiteX0-1" fmla="*/ 0 w 416560"/>
                      <a:gd name="connsiteY0-2" fmla="*/ 350520 h 484505"/>
                      <a:gd name="connsiteX1-3" fmla="*/ 81280 w 416560"/>
                      <a:gd name="connsiteY1-4" fmla="*/ 0 h 484505"/>
                      <a:gd name="connsiteX2-5" fmla="*/ 416560 w 416560"/>
                      <a:gd name="connsiteY2-6" fmla="*/ 157480 h 484505"/>
                      <a:gd name="connsiteX3-7" fmla="*/ 142240 w 416560"/>
                      <a:gd name="connsiteY3-8" fmla="*/ 484505 h 484505"/>
                      <a:gd name="connsiteX4-9" fmla="*/ 0 w 416560"/>
                      <a:gd name="connsiteY4-10" fmla="*/ 350520 h 484505"/>
                      <a:gd name="connsiteX0-11" fmla="*/ 0 w 416560"/>
                      <a:gd name="connsiteY0-12" fmla="*/ 373380 h 507365"/>
                      <a:gd name="connsiteX1-13" fmla="*/ 130810 w 416560"/>
                      <a:gd name="connsiteY1-14" fmla="*/ 0 h 507365"/>
                      <a:gd name="connsiteX2-15" fmla="*/ 416560 w 416560"/>
                      <a:gd name="connsiteY2-16" fmla="*/ 180340 h 507365"/>
                      <a:gd name="connsiteX3-17" fmla="*/ 142240 w 416560"/>
                      <a:gd name="connsiteY3-18" fmla="*/ 507365 h 507365"/>
                      <a:gd name="connsiteX4-19" fmla="*/ 0 w 416560"/>
                      <a:gd name="connsiteY4-20" fmla="*/ 373380 h 507365"/>
                      <a:gd name="connsiteX0-21" fmla="*/ 0 w 420370"/>
                      <a:gd name="connsiteY0-22" fmla="*/ 373380 h 507365"/>
                      <a:gd name="connsiteX1-23" fmla="*/ 130810 w 420370"/>
                      <a:gd name="connsiteY1-24" fmla="*/ 0 h 507365"/>
                      <a:gd name="connsiteX2-25" fmla="*/ 420370 w 420370"/>
                      <a:gd name="connsiteY2-26" fmla="*/ 207010 h 507365"/>
                      <a:gd name="connsiteX3-27" fmla="*/ 142240 w 420370"/>
                      <a:gd name="connsiteY3-28" fmla="*/ 507365 h 507365"/>
                      <a:gd name="connsiteX4-29" fmla="*/ 0 w 420370"/>
                      <a:gd name="connsiteY4-30" fmla="*/ 373380 h 507365"/>
                      <a:gd name="connsiteX0-31" fmla="*/ 0 w 420370"/>
                      <a:gd name="connsiteY0-32" fmla="*/ 371475 h 505460"/>
                      <a:gd name="connsiteX1-33" fmla="*/ 130810 w 420370"/>
                      <a:gd name="connsiteY1-34" fmla="*/ 0 h 505460"/>
                      <a:gd name="connsiteX2-35" fmla="*/ 420370 w 420370"/>
                      <a:gd name="connsiteY2-36" fmla="*/ 205105 h 505460"/>
                      <a:gd name="connsiteX3-37" fmla="*/ 142240 w 420370"/>
                      <a:gd name="connsiteY3-38" fmla="*/ 505460 h 505460"/>
                      <a:gd name="connsiteX4-39" fmla="*/ 0 w 420370"/>
                      <a:gd name="connsiteY4-40" fmla="*/ 371475 h 505460"/>
                      <a:gd name="connsiteX0-41" fmla="*/ 0 w 427990"/>
                      <a:gd name="connsiteY0-42" fmla="*/ 371475 h 505460"/>
                      <a:gd name="connsiteX1-43" fmla="*/ 130810 w 427990"/>
                      <a:gd name="connsiteY1-44" fmla="*/ 0 h 505460"/>
                      <a:gd name="connsiteX2-45" fmla="*/ 427990 w 427990"/>
                      <a:gd name="connsiteY2-46" fmla="*/ 193675 h 505460"/>
                      <a:gd name="connsiteX3-47" fmla="*/ 142240 w 427990"/>
                      <a:gd name="connsiteY3-48" fmla="*/ 505460 h 505460"/>
                      <a:gd name="connsiteX4-49" fmla="*/ 0 w 427990"/>
                      <a:gd name="connsiteY4-50" fmla="*/ 371475 h 505460"/>
                      <a:gd name="connsiteX0-51" fmla="*/ 0 w 427990"/>
                      <a:gd name="connsiteY0-52" fmla="*/ 405765 h 539750"/>
                      <a:gd name="connsiteX1-53" fmla="*/ 64135 w 427990"/>
                      <a:gd name="connsiteY1-54" fmla="*/ 0 h 539750"/>
                      <a:gd name="connsiteX2-55" fmla="*/ 427990 w 427990"/>
                      <a:gd name="connsiteY2-56" fmla="*/ 227965 h 539750"/>
                      <a:gd name="connsiteX3-57" fmla="*/ 142240 w 427990"/>
                      <a:gd name="connsiteY3-58" fmla="*/ 539750 h 539750"/>
                      <a:gd name="connsiteX4-59" fmla="*/ 0 w 427990"/>
                      <a:gd name="connsiteY4-60" fmla="*/ 405765 h 539750"/>
                      <a:gd name="connsiteX0-61" fmla="*/ 0 w 427990"/>
                      <a:gd name="connsiteY0-62" fmla="*/ 405765 h 539750"/>
                      <a:gd name="connsiteX1-63" fmla="*/ 64135 w 427990"/>
                      <a:gd name="connsiteY1-64" fmla="*/ 0 h 539750"/>
                      <a:gd name="connsiteX2-65" fmla="*/ 427990 w 427990"/>
                      <a:gd name="connsiteY2-66" fmla="*/ 248920 h 539750"/>
                      <a:gd name="connsiteX3-67" fmla="*/ 142240 w 427990"/>
                      <a:gd name="connsiteY3-68" fmla="*/ 539750 h 539750"/>
                      <a:gd name="connsiteX4-69" fmla="*/ 0 w 427990"/>
                      <a:gd name="connsiteY4-70" fmla="*/ 405765 h 539750"/>
                      <a:gd name="connsiteX0-71" fmla="*/ 0 w 427990"/>
                      <a:gd name="connsiteY0-72" fmla="*/ 398145 h 532130"/>
                      <a:gd name="connsiteX1-73" fmla="*/ 73660 w 427990"/>
                      <a:gd name="connsiteY1-74" fmla="*/ 0 h 532130"/>
                      <a:gd name="connsiteX2-75" fmla="*/ 427990 w 427990"/>
                      <a:gd name="connsiteY2-76" fmla="*/ 241300 h 532130"/>
                      <a:gd name="connsiteX3-77" fmla="*/ 142240 w 427990"/>
                      <a:gd name="connsiteY3-78" fmla="*/ 532130 h 532130"/>
                      <a:gd name="connsiteX4-79" fmla="*/ 0 w 427990"/>
                      <a:gd name="connsiteY4-80" fmla="*/ 398145 h 532130"/>
                      <a:gd name="connsiteX0-81" fmla="*/ 0 w 437515"/>
                      <a:gd name="connsiteY0-82" fmla="*/ 398145 h 532130"/>
                      <a:gd name="connsiteX1-83" fmla="*/ 73660 w 437515"/>
                      <a:gd name="connsiteY1-84" fmla="*/ 0 h 532130"/>
                      <a:gd name="connsiteX2-85" fmla="*/ 437515 w 437515"/>
                      <a:gd name="connsiteY2-86" fmla="*/ 292735 h 532130"/>
                      <a:gd name="connsiteX3-87" fmla="*/ 142240 w 437515"/>
                      <a:gd name="connsiteY3-88" fmla="*/ 532130 h 532130"/>
                      <a:gd name="connsiteX4-89" fmla="*/ 0 w 437515"/>
                      <a:gd name="connsiteY4-90" fmla="*/ 398145 h 532130"/>
                      <a:gd name="connsiteX0-91" fmla="*/ 0 w 389890"/>
                      <a:gd name="connsiteY0-92" fmla="*/ 398145 h 532130"/>
                      <a:gd name="connsiteX1-93" fmla="*/ 73660 w 389890"/>
                      <a:gd name="connsiteY1-94" fmla="*/ 0 h 532130"/>
                      <a:gd name="connsiteX2-95" fmla="*/ 389890 w 389890"/>
                      <a:gd name="connsiteY2-96" fmla="*/ 210820 h 532130"/>
                      <a:gd name="connsiteX3-97" fmla="*/ 142240 w 389890"/>
                      <a:gd name="connsiteY3-98" fmla="*/ 532130 h 532130"/>
                      <a:gd name="connsiteX4-99" fmla="*/ 0 w 389890"/>
                      <a:gd name="connsiteY4-100" fmla="*/ 398145 h 532130"/>
                      <a:gd name="connsiteX0-101" fmla="*/ 0 w 389890"/>
                      <a:gd name="connsiteY0-102" fmla="*/ 398145 h 539750"/>
                      <a:gd name="connsiteX1-103" fmla="*/ 73660 w 389890"/>
                      <a:gd name="connsiteY1-104" fmla="*/ 0 h 539750"/>
                      <a:gd name="connsiteX2-105" fmla="*/ 389890 w 389890"/>
                      <a:gd name="connsiteY2-106" fmla="*/ 210820 h 539750"/>
                      <a:gd name="connsiteX3-107" fmla="*/ 146050 w 389890"/>
                      <a:gd name="connsiteY3-108" fmla="*/ 539750 h 539750"/>
                      <a:gd name="connsiteX4-109" fmla="*/ 0 w 389890"/>
                      <a:gd name="connsiteY4-110" fmla="*/ 398145 h 539750"/>
                      <a:gd name="connsiteX0-111" fmla="*/ 0 w 395605"/>
                      <a:gd name="connsiteY0-112" fmla="*/ 398145 h 539750"/>
                      <a:gd name="connsiteX1-113" fmla="*/ 79375 w 395605"/>
                      <a:gd name="connsiteY1-114" fmla="*/ 0 h 539750"/>
                      <a:gd name="connsiteX2-115" fmla="*/ 395605 w 395605"/>
                      <a:gd name="connsiteY2-116" fmla="*/ 210820 h 539750"/>
                      <a:gd name="connsiteX3-117" fmla="*/ 151765 w 395605"/>
                      <a:gd name="connsiteY3-118" fmla="*/ 539750 h 539750"/>
                      <a:gd name="connsiteX4-119" fmla="*/ 0 w 395605"/>
                      <a:gd name="connsiteY4-120" fmla="*/ 398145 h 539750"/>
                      <a:gd name="connsiteX0-121" fmla="*/ 0 w 395605"/>
                      <a:gd name="connsiteY0-122" fmla="*/ 377190 h 518795"/>
                      <a:gd name="connsiteX1-123" fmla="*/ 128905 w 395605"/>
                      <a:gd name="connsiteY1-124" fmla="*/ 0 h 518795"/>
                      <a:gd name="connsiteX2-125" fmla="*/ 395605 w 395605"/>
                      <a:gd name="connsiteY2-126" fmla="*/ 189865 h 518795"/>
                      <a:gd name="connsiteX3-127" fmla="*/ 151765 w 395605"/>
                      <a:gd name="connsiteY3-128" fmla="*/ 518795 h 518795"/>
                      <a:gd name="connsiteX4-129" fmla="*/ 0 w 395605"/>
                      <a:gd name="connsiteY4-130" fmla="*/ 377190 h 518795"/>
                      <a:gd name="connsiteX0-131" fmla="*/ 0 w 395605"/>
                      <a:gd name="connsiteY0-132" fmla="*/ 379095 h 520700"/>
                      <a:gd name="connsiteX1-133" fmla="*/ 155575 w 395605"/>
                      <a:gd name="connsiteY1-134" fmla="*/ 0 h 520700"/>
                      <a:gd name="connsiteX2-135" fmla="*/ 395605 w 395605"/>
                      <a:gd name="connsiteY2-136" fmla="*/ 191770 h 520700"/>
                      <a:gd name="connsiteX3-137" fmla="*/ 151765 w 395605"/>
                      <a:gd name="connsiteY3-138" fmla="*/ 520700 h 520700"/>
                      <a:gd name="connsiteX4-139" fmla="*/ 0 w 395605"/>
                      <a:gd name="connsiteY4-140" fmla="*/ 379095 h 520700"/>
                      <a:gd name="connsiteX0-141" fmla="*/ 0 w 392714"/>
                      <a:gd name="connsiteY0-142" fmla="*/ 395103 h 520700"/>
                      <a:gd name="connsiteX1-143" fmla="*/ 152684 w 392714"/>
                      <a:gd name="connsiteY1-144" fmla="*/ 0 h 520700"/>
                      <a:gd name="connsiteX2-145" fmla="*/ 392714 w 392714"/>
                      <a:gd name="connsiteY2-146" fmla="*/ 191770 h 520700"/>
                      <a:gd name="connsiteX3-147" fmla="*/ 148874 w 392714"/>
                      <a:gd name="connsiteY3-148" fmla="*/ 520700 h 520700"/>
                      <a:gd name="connsiteX4-149" fmla="*/ 0 w 392714"/>
                      <a:gd name="connsiteY4-150" fmla="*/ 395103 h 5207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392714" h="520700">
                        <a:moveTo>
                          <a:pt x="0" y="395103"/>
                        </a:moveTo>
                        <a:lnTo>
                          <a:pt x="152684" y="0"/>
                        </a:lnTo>
                        <a:lnTo>
                          <a:pt x="392714" y="191770"/>
                        </a:lnTo>
                        <a:lnTo>
                          <a:pt x="148874" y="520700"/>
                        </a:lnTo>
                        <a:lnTo>
                          <a:pt x="0" y="39510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21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79000">
                        <a:schemeClr val="accent1">
                          <a:alpha val="33000"/>
                        </a:schemeClr>
                      </a:gs>
                    </a:gsLst>
                    <a:lin ang="72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0" name="文本框 69"/>
                <p:cNvSpPr txBox="1"/>
                <p:nvPr/>
              </p:nvSpPr>
              <p:spPr>
                <a:xfrm>
                  <a:off x="10260" y="1553"/>
                  <a:ext cx="6345" cy="13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2000" b="1" dirty="0">
                      <a:gradFill flip="none" rotWithShape="1">
                        <a:gsLst>
                          <a:gs pos="0">
                            <a:srgbClr val="FFFF00"/>
                          </a:gs>
                          <a:gs pos="57000">
                            <a:srgbClr val="00F4EE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>
                        <a:reflection blurRad="165100" stA="47000" endPos="58000" dir="5400000" sy="-100000" algn="bl" rotWithShape="0"/>
                      </a:effectLst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✗  系统不做什么</a:t>
                  </a:r>
                  <a:endParaRPr lang="en-US" sz="2000" dirty="0"/>
                </a:p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lang="zh-CN" altLang="en-US" sz="2000" b="1" dirty="0">
                    <a:gradFill flip="none" rotWithShape="1">
                      <a:gsLst>
                        <a:gs pos="0">
                          <a:srgbClr val="FFFF00"/>
                        </a:gs>
                        <a:gs pos="57000">
                          <a:srgbClr val="00F4EE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>
                      <a:reflection blurRad="165100" stA="47000" endPos="58000" dir="5400000" sy="-100000" algn="bl" rotWithShape="0"/>
                    </a:effectLst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8916" y="1435"/>
                <a:ext cx="9649" cy="12962"/>
                <a:chOff x="8916" y="157"/>
                <a:chExt cx="9649" cy="12962"/>
              </a:xfrm>
            </p:grpSpPr>
            <p:grpSp>
              <p:nvGrpSpPr>
                <p:cNvPr id="72" name="组合 71"/>
                <p:cNvGrpSpPr/>
                <p:nvPr/>
              </p:nvGrpSpPr>
              <p:grpSpPr>
                <a:xfrm flipH="1">
                  <a:off x="9328" y="1001"/>
                  <a:ext cx="8641" cy="12118"/>
                  <a:chOff x="189069" y="562845"/>
                  <a:chExt cx="4996833" cy="8371979"/>
                </a:xfrm>
              </p:grpSpPr>
              <p:sp>
                <p:nvSpPr>
                  <p:cNvPr id="74" name="任意多边形: 形状 72"/>
                  <p:cNvSpPr/>
                  <p:nvPr/>
                </p:nvSpPr>
                <p:spPr>
                  <a:xfrm>
                    <a:off x="189069" y="562845"/>
                    <a:ext cx="4996833" cy="4243663"/>
                  </a:xfrm>
                  <a:custGeom>
                    <a:avLst/>
                    <a:gdLst>
                      <a:gd name="connsiteX0" fmla="*/ 274320 w 9874244"/>
                      <a:gd name="connsiteY0" fmla="*/ 0 h 7383687"/>
                      <a:gd name="connsiteX1" fmla="*/ 583655 w 9874244"/>
                      <a:gd name="connsiteY1" fmla="*/ 0 h 7383687"/>
                      <a:gd name="connsiteX2" fmla="*/ 4495068 w 9874244"/>
                      <a:gd name="connsiteY2" fmla="*/ 0 h 7383687"/>
                      <a:gd name="connsiteX3" fmla="*/ 4785360 w 9874244"/>
                      <a:gd name="connsiteY3" fmla="*/ 0 h 7383687"/>
                      <a:gd name="connsiteX4" fmla="*/ 4804404 w 9874244"/>
                      <a:gd name="connsiteY4" fmla="*/ 0 h 7383687"/>
                      <a:gd name="connsiteX5" fmla="*/ 5094696 w 9874244"/>
                      <a:gd name="connsiteY5" fmla="*/ 0 h 7383687"/>
                      <a:gd name="connsiteX6" fmla="*/ 9006108 w 9874244"/>
                      <a:gd name="connsiteY6" fmla="*/ 0 h 7383687"/>
                      <a:gd name="connsiteX7" fmla="*/ 9315444 w 9874244"/>
                      <a:gd name="connsiteY7" fmla="*/ 0 h 7383687"/>
                      <a:gd name="connsiteX8" fmla="*/ 9610084 w 9874244"/>
                      <a:gd name="connsiteY8" fmla="*/ 248920 h 7383687"/>
                      <a:gd name="connsiteX9" fmla="*/ 9610084 w 9874244"/>
                      <a:gd name="connsiteY9" fmla="*/ 764447 h 7383687"/>
                      <a:gd name="connsiteX10" fmla="*/ 9610084 w 9874244"/>
                      <a:gd name="connsiteY10" fmla="*/ 3881120 h 7383687"/>
                      <a:gd name="connsiteX11" fmla="*/ 9874244 w 9874244"/>
                      <a:gd name="connsiteY11" fmla="*/ 4145280 h 7383687"/>
                      <a:gd name="connsiteX12" fmla="*/ 9874244 w 9874244"/>
                      <a:gd name="connsiteY12" fmla="*/ 4660807 h 7383687"/>
                      <a:gd name="connsiteX13" fmla="*/ 9874244 w 9874244"/>
                      <a:gd name="connsiteY13" fmla="*/ 6695440 h 7383687"/>
                      <a:gd name="connsiteX14" fmla="*/ 9874244 w 9874244"/>
                      <a:gd name="connsiteY14" fmla="*/ 7210967 h 7383687"/>
                      <a:gd name="connsiteX15" fmla="*/ 9701524 w 9874244"/>
                      <a:gd name="connsiteY15" fmla="*/ 7383687 h 7383687"/>
                      <a:gd name="connsiteX16" fmla="*/ 9392188 w 9874244"/>
                      <a:gd name="connsiteY16" fmla="*/ 7383687 h 7383687"/>
                      <a:gd name="connsiteX17" fmla="*/ 5480776 w 9874244"/>
                      <a:gd name="connsiteY17" fmla="*/ 7383687 h 7383687"/>
                      <a:gd name="connsiteX18" fmla="*/ 5171440 w 9874244"/>
                      <a:gd name="connsiteY18" fmla="*/ 7383687 h 7383687"/>
                      <a:gd name="connsiteX19" fmla="*/ 4702804 w 9874244"/>
                      <a:gd name="connsiteY19" fmla="*/ 7383687 h 7383687"/>
                      <a:gd name="connsiteX20" fmla="*/ 4393468 w 9874244"/>
                      <a:gd name="connsiteY20" fmla="*/ 7383687 h 7383687"/>
                      <a:gd name="connsiteX21" fmla="*/ 482055 w 9874244"/>
                      <a:gd name="connsiteY21" fmla="*/ 7383687 h 7383687"/>
                      <a:gd name="connsiteX22" fmla="*/ 172720 w 9874244"/>
                      <a:gd name="connsiteY22" fmla="*/ 7383687 h 7383687"/>
                      <a:gd name="connsiteX23" fmla="*/ 0 w 9874244"/>
                      <a:gd name="connsiteY23" fmla="*/ 7210967 h 7383687"/>
                      <a:gd name="connsiteX24" fmla="*/ 1217 w 9874244"/>
                      <a:gd name="connsiteY24" fmla="*/ 6696656 h 7383687"/>
                      <a:gd name="connsiteX25" fmla="*/ 0 w 9874244"/>
                      <a:gd name="connsiteY25" fmla="*/ 6695440 h 7383687"/>
                      <a:gd name="connsiteX26" fmla="*/ 15240 w 9874244"/>
                      <a:gd name="connsiteY26" fmla="*/ 251460 h 7383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9874244" h="7383687">
                        <a:moveTo>
                          <a:pt x="274320" y="0"/>
                        </a:moveTo>
                        <a:lnTo>
                          <a:pt x="583655" y="0"/>
                        </a:lnTo>
                        <a:lnTo>
                          <a:pt x="4495068" y="0"/>
                        </a:lnTo>
                        <a:lnTo>
                          <a:pt x="4785360" y="0"/>
                        </a:lnTo>
                        <a:lnTo>
                          <a:pt x="4804404" y="0"/>
                        </a:lnTo>
                        <a:lnTo>
                          <a:pt x="5094696" y="0"/>
                        </a:lnTo>
                        <a:lnTo>
                          <a:pt x="9006108" y="0"/>
                        </a:lnTo>
                        <a:lnTo>
                          <a:pt x="9315444" y="0"/>
                        </a:lnTo>
                        <a:lnTo>
                          <a:pt x="9610084" y="248920"/>
                        </a:lnTo>
                        <a:lnTo>
                          <a:pt x="9610084" y="764447"/>
                        </a:lnTo>
                        <a:lnTo>
                          <a:pt x="9610084" y="3881120"/>
                        </a:lnTo>
                        <a:lnTo>
                          <a:pt x="9874244" y="4145280"/>
                        </a:lnTo>
                        <a:lnTo>
                          <a:pt x="9874244" y="4660807"/>
                        </a:lnTo>
                        <a:lnTo>
                          <a:pt x="9874244" y="6695440"/>
                        </a:lnTo>
                        <a:lnTo>
                          <a:pt x="9874244" y="7210967"/>
                        </a:lnTo>
                        <a:lnTo>
                          <a:pt x="9701524" y="7383687"/>
                        </a:lnTo>
                        <a:lnTo>
                          <a:pt x="9392188" y="7383687"/>
                        </a:lnTo>
                        <a:lnTo>
                          <a:pt x="5480776" y="7383687"/>
                        </a:lnTo>
                        <a:lnTo>
                          <a:pt x="5171440" y="7383687"/>
                        </a:lnTo>
                        <a:lnTo>
                          <a:pt x="4702804" y="7383687"/>
                        </a:lnTo>
                        <a:lnTo>
                          <a:pt x="4393468" y="7383687"/>
                        </a:lnTo>
                        <a:lnTo>
                          <a:pt x="482055" y="7383687"/>
                        </a:lnTo>
                        <a:lnTo>
                          <a:pt x="172720" y="7383687"/>
                        </a:lnTo>
                        <a:lnTo>
                          <a:pt x="0" y="7210967"/>
                        </a:lnTo>
                        <a:lnTo>
                          <a:pt x="1217" y="6696656"/>
                        </a:lnTo>
                        <a:lnTo>
                          <a:pt x="0" y="6695440"/>
                        </a:lnTo>
                        <a:lnTo>
                          <a:pt x="15240" y="25146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alpha val="50000"/>
                        </a:schemeClr>
                      </a:gs>
                      <a:gs pos="50000">
                        <a:srgbClr val="569ADE">
                          <a:alpha val="0"/>
                        </a:srgbClr>
                      </a:gs>
                      <a:gs pos="100000">
                        <a:schemeClr val="accent2">
                          <a:alpha val="50000"/>
                        </a:schemeClr>
                      </a:gs>
                    </a:gsLst>
                    <a:lin ang="8100000" scaled="1"/>
                    <a:tileRect/>
                  </a:gradFill>
                  <a:ln w="6350">
                    <a:gradFill>
                      <a:gsLst>
                        <a:gs pos="0">
                          <a:schemeClr val="accent1"/>
                        </a:gs>
                        <a:gs pos="50000">
                          <a:srgbClr val="0886D0">
                            <a:alpha val="0"/>
                          </a:srgbClr>
                        </a:gs>
                        <a:gs pos="100000">
                          <a:schemeClr val="accent2"/>
                        </a:gs>
                      </a:gsLst>
                      <a:lin ang="27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219200"/>
                    <a:endParaRPr lang="zh-CN" altLang="en-US" sz="1600" dirty="0">
                      <a:solidFill>
                        <a:prstClr val="white"/>
                      </a:solidFill>
                      <a:latin typeface="阿里巴巴普惠体 R"/>
                      <a:ea typeface="阿里巴巴普惠体 R"/>
                    </a:endParaRPr>
                  </a:p>
                </p:txBody>
              </p:sp>
              <p:sp>
                <p:nvSpPr>
                  <p:cNvPr id="77" name="任意多边形: 形状 70"/>
                  <p:cNvSpPr/>
                  <p:nvPr/>
                </p:nvSpPr>
                <p:spPr>
                  <a:xfrm flipH="1">
                    <a:off x="227557" y="5100290"/>
                    <a:ext cx="4890050" cy="3834534"/>
                  </a:xfrm>
                  <a:custGeom>
                    <a:avLst/>
                    <a:gdLst>
                      <a:gd name="connsiteX0" fmla="*/ 2554 w 4890050"/>
                      <a:gd name="connsiteY0" fmla="*/ 3594082 h 3834534"/>
                      <a:gd name="connsiteX1" fmla="*/ 0 w 4890050"/>
                      <a:gd name="connsiteY1" fmla="*/ 3594082 h 3834534"/>
                      <a:gd name="connsiteX2" fmla="*/ 0 w 4890050"/>
                      <a:gd name="connsiteY2" fmla="*/ 3812622 h 3834534"/>
                      <a:gd name="connsiteX3" fmla="*/ 2554 w 4890050"/>
                      <a:gd name="connsiteY3" fmla="*/ 3815261 h 3834534"/>
                      <a:gd name="connsiteX4" fmla="*/ 264349 w 4890050"/>
                      <a:gd name="connsiteY4" fmla="*/ 3594082 h 3834534"/>
                      <a:gd name="connsiteX5" fmla="*/ 261767 w 4890050"/>
                      <a:gd name="connsiteY5" fmla="*/ 3594082 h 3834534"/>
                      <a:gd name="connsiteX6" fmla="*/ 261767 w 4890050"/>
                      <a:gd name="connsiteY6" fmla="*/ 3834534 h 3834534"/>
                      <a:gd name="connsiteX7" fmla="*/ 264349 w 4890050"/>
                      <a:gd name="connsiteY7" fmla="*/ 3834534 h 3834534"/>
                      <a:gd name="connsiteX8" fmla="*/ 526116 w 4890050"/>
                      <a:gd name="connsiteY8" fmla="*/ 3594082 h 3834534"/>
                      <a:gd name="connsiteX9" fmla="*/ 523535 w 4890050"/>
                      <a:gd name="connsiteY9" fmla="*/ 3594082 h 3834534"/>
                      <a:gd name="connsiteX10" fmla="*/ 523535 w 4890050"/>
                      <a:gd name="connsiteY10" fmla="*/ 3834534 h 3834534"/>
                      <a:gd name="connsiteX11" fmla="*/ 526116 w 4890050"/>
                      <a:gd name="connsiteY11" fmla="*/ 3834534 h 3834534"/>
                      <a:gd name="connsiteX12" fmla="*/ 787885 w 4890050"/>
                      <a:gd name="connsiteY12" fmla="*/ 3594082 h 3834534"/>
                      <a:gd name="connsiteX13" fmla="*/ 785301 w 4890050"/>
                      <a:gd name="connsiteY13" fmla="*/ 3594082 h 3834534"/>
                      <a:gd name="connsiteX14" fmla="*/ 785301 w 4890050"/>
                      <a:gd name="connsiteY14" fmla="*/ 3834534 h 3834534"/>
                      <a:gd name="connsiteX15" fmla="*/ 787885 w 4890050"/>
                      <a:gd name="connsiteY15" fmla="*/ 3834534 h 3834534"/>
                      <a:gd name="connsiteX16" fmla="*/ 1049590 w 4890050"/>
                      <a:gd name="connsiteY16" fmla="*/ 3594082 h 3834534"/>
                      <a:gd name="connsiteX17" fmla="*/ 1047010 w 4890050"/>
                      <a:gd name="connsiteY17" fmla="*/ 3594082 h 3834534"/>
                      <a:gd name="connsiteX18" fmla="*/ 1047010 w 4890050"/>
                      <a:gd name="connsiteY18" fmla="*/ 3834534 h 3834534"/>
                      <a:gd name="connsiteX19" fmla="*/ 1049590 w 4890050"/>
                      <a:gd name="connsiteY19" fmla="*/ 3834534 h 3834534"/>
                      <a:gd name="connsiteX20" fmla="*/ 1311348 w 4890050"/>
                      <a:gd name="connsiteY20" fmla="*/ 3594082 h 3834534"/>
                      <a:gd name="connsiteX21" fmla="*/ 1308753 w 4890050"/>
                      <a:gd name="connsiteY21" fmla="*/ 3594082 h 3834534"/>
                      <a:gd name="connsiteX22" fmla="*/ 1308753 w 4890050"/>
                      <a:gd name="connsiteY22" fmla="*/ 3834534 h 3834534"/>
                      <a:gd name="connsiteX23" fmla="*/ 1311348 w 4890050"/>
                      <a:gd name="connsiteY23" fmla="*/ 3834534 h 3834534"/>
                      <a:gd name="connsiteX24" fmla="*/ 1573093 w 4890050"/>
                      <a:gd name="connsiteY24" fmla="*/ 3594082 h 3834534"/>
                      <a:gd name="connsiteX25" fmla="*/ 1570535 w 4890050"/>
                      <a:gd name="connsiteY25" fmla="*/ 3594082 h 3834534"/>
                      <a:gd name="connsiteX26" fmla="*/ 1570535 w 4890050"/>
                      <a:gd name="connsiteY26" fmla="*/ 3834534 h 3834534"/>
                      <a:gd name="connsiteX27" fmla="*/ 1573093 w 4890050"/>
                      <a:gd name="connsiteY27" fmla="*/ 3834534 h 3834534"/>
                      <a:gd name="connsiteX28" fmla="*/ 1834875 w 4890050"/>
                      <a:gd name="connsiteY28" fmla="*/ 3594082 h 3834534"/>
                      <a:gd name="connsiteX29" fmla="*/ 1832295 w 4890050"/>
                      <a:gd name="connsiteY29" fmla="*/ 3594082 h 3834534"/>
                      <a:gd name="connsiteX30" fmla="*/ 1832295 w 4890050"/>
                      <a:gd name="connsiteY30" fmla="*/ 3834534 h 3834534"/>
                      <a:gd name="connsiteX31" fmla="*/ 1834875 w 4890050"/>
                      <a:gd name="connsiteY31" fmla="*/ 3834534 h 3834534"/>
                      <a:gd name="connsiteX32" fmla="*/ 2096628 w 4890050"/>
                      <a:gd name="connsiteY32" fmla="*/ 3594082 h 3834534"/>
                      <a:gd name="connsiteX33" fmla="*/ 2094066 w 4890050"/>
                      <a:gd name="connsiteY33" fmla="*/ 3594082 h 3834534"/>
                      <a:gd name="connsiteX34" fmla="*/ 2094066 w 4890050"/>
                      <a:gd name="connsiteY34" fmla="*/ 3834534 h 3834534"/>
                      <a:gd name="connsiteX35" fmla="*/ 2096628 w 4890050"/>
                      <a:gd name="connsiteY35" fmla="*/ 3834534 h 3834534"/>
                      <a:gd name="connsiteX36" fmla="*/ 2358398 w 4890050"/>
                      <a:gd name="connsiteY36" fmla="*/ 3594082 h 3834534"/>
                      <a:gd name="connsiteX37" fmla="*/ 2355809 w 4890050"/>
                      <a:gd name="connsiteY37" fmla="*/ 3594082 h 3834534"/>
                      <a:gd name="connsiteX38" fmla="*/ 2355809 w 4890050"/>
                      <a:gd name="connsiteY38" fmla="*/ 3834534 h 3834534"/>
                      <a:gd name="connsiteX39" fmla="*/ 2358398 w 4890050"/>
                      <a:gd name="connsiteY39" fmla="*/ 3834534 h 3834534"/>
                      <a:gd name="connsiteX40" fmla="*/ 2620142 w 4890050"/>
                      <a:gd name="connsiteY40" fmla="*/ 3594082 h 3834534"/>
                      <a:gd name="connsiteX41" fmla="*/ 2617581 w 4890050"/>
                      <a:gd name="connsiteY41" fmla="*/ 3594082 h 3834534"/>
                      <a:gd name="connsiteX42" fmla="*/ 2617581 w 4890050"/>
                      <a:gd name="connsiteY42" fmla="*/ 3834534 h 3834534"/>
                      <a:gd name="connsiteX43" fmla="*/ 2620142 w 4890050"/>
                      <a:gd name="connsiteY43" fmla="*/ 3834534 h 3834534"/>
                      <a:gd name="connsiteX44" fmla="*/ 2881944 w 4890050"/>
                      <a:gd name="connsiteY44" fmla="*/ 3594082 h 3834534"/>
                      <a:gd name="connsiteX45" fmla="*/ 2879358 w 4890050"/>
                      <a:gd name="connsiteY45" fmla="*/ 3594082 h 3834534"/>
                      <a:gd name="connsiteX46" fmla="*/ 2879358 w 4890050"/>
                      <a:gd name="connsiteY46" fmla="*/ 3834534 h 3834534"/>
                      <a:gd name="connsiteX47" fmla="*/ 2881944 w 4890050"/>
                      <a:gd name="connsiteY47" fmla="*/ 3834534 h 3834534"/>
                      <a:gd name="connsiteX48" fmla="*/ 3143708 w 4890050"/>
                      <a:gd name="connsiteY48" fmla="*/ 3594082 h 3834534"/>
                      <a:gd name="connsiteX49" fmla="*/ 3141127 w 4890050"/>
                      <a:gd name="connsiteY49" fmla="*/ 3594082 h 3834534"/>
                      <a:gd name="connsiteX50" fmla="*/ 3141127 w 4890050"/>
                      <a:gd name="connsiteY50" fmla="*/ 3834534 h 3834534"/>
                      <a:gd name="connsiteX51" fmla="*/ 3143708 w 4890050"/>
                      <a:gd name="connsiteY51" fmla="*/ 3834534 h 3834534"/>
                      <a:gd name="connsiteX52" fmla="*/ 3405484 w 4890050"/>
                      <a:gd name="connsiteY52" fmla="*/ 3594082 h 3834534"/>
                      <a:gd name="connsiteX53" fmla="*/ 3402928 w 4890050"/>
                      <a:gd name="connsiteY53" fmla="*/ 3594082 h 3834534"/>
                      <a:gd name="connsiteX54" fmla="*/ 3402928 w 4890050"/>
                      <a:gd name="connsiteY54" fmla="*/ 3834534 h 3834534"/>
                      <a:gd name="connsiteX55" fmla="*/ 3405484 w 4890050"/>
                      <a:gd name="connsiteY55" fmla="*/ 3834534 h 3834534"/>
                      <a:gd name="connsiteX56" fmla="*/ 3667243 w 4890050"/>
                      <a:gd name="connsiteY56" fmla="*/ 3594082 h 3834534"/>
                      <a:gd name="connsiteX57" fmla="*/ 3664686 w 4890050"/>
                      <a:gd name="connsiteY57" fmla="*/ 3594082 h 3834534"/>
                      <a:gd name="connsiteX58" fmla="*/ 3664686 w 4890050"/>
                      <a:gd name="connsiteY58" fmla="*/ 3834534 h 3834534"/>
                      <a:gd name="connsiteX59" fmla="*/ 3667243 w 4890050"/>
                      <a:gd name="connsiteY59" fmla="*/ 3834534 h 3834534"/>
                      <a:gd name="connsiteX60" fmla="*/ 3929027 w 4890050"/>
                      <a:gd name="connsiteY60" fmla="*/ 3594082 h 3834534"/>
                      <a:gd name="connsiteX61" fmla="*/ 3926471 w 4890050"/>
                      <a:gd name="connsiteY61" fmla="*/ 3594082 h 3834534"/>
                      <a:gd name="connsiteX62" fmla="*/ 3926471 w 4890050"/>
                      <a:gd name="connsiteY62" fmla="*/ 3834534 h 3834534"/>
                      <a:gd name="connsiteX63" fmla="*/ 3929027 w 4890050"/>
                      <a:gd name="connsiteY63" fmla="*/ 3834534 h 3834534"/>
                      <a:gd name="connsiteX64" fmla="*/ 4190780 w 4890050"/>
                      <a:gd name="connsiteY64" fmla="*/ 3594082 h 3834534"/>
                      <a:gd name="connsiteX65" fmla="*/ 4188225 w 4890050"/>
                      <a:gd name="connsiteY65" fmla="*/ 3594082 h 3834534"/>
                      <a:gd name="connsiteX66" fmla="*/ 4188225 w 4890050"/>
                      <a:gd name="connsiteY66" fmla="*/ 3834534 h 3834534"/>
                      <a:gd name="connsiteX67" fmla="*/ 4190780 w 4890050"/>
                      <a:gd name="connsiteY67" fmla="*/ 3834534 h 3834534"/>
                      <a:gd name="connsiteX68" fmla="*/ 4452565 w 4890050"/>
                      <a:gd name="connsiteY68" fmla="*/ 3594082 h 3834534"/>
                      <a:gd name="connsiteX69" fmla="*/ 4449982 w 4890050"/>
                      <a:gd name="connsiteY69" fmla="*/ 3594082 h 3834534"/>
                      <a:gd name="connsiteX70" fmla="*/ 4449982 w 4890050"/>
                      <a:gd name="connsiteY70" fmla="*/ 3834534 h 3834534"/>
                      <a:gd name="connsiteX71" fmla="*/ 4452565 w 4890050"/>
                      <a:gd name="connsiteY71" fmla="*/ 3834534 h 3834534"/>
                      <a:gd name="connsiteX72" fmla="*/ 4714343 w 4890050"/>
                      <a:gd name="connsiteY72" fmla="*/ 3594082 h 3834534"/>
                      <a:gd name="connsiteX73" fmla="*/ 4711762 w 4890050"/>
                      <a:gd name="connsiteY73" fmla="*/ 3594082 h 3834534"/>
                      <a:gd name="connsiteX74" fmla="*/ 4711762 w 4890050"/>
                      <a:gd name="connsiteY74" fmla="*/ 3834534 h 3834534"/>
                      <a:gd name="connsiteX75" fmla="*/ 4714343 w 4890050"/>
                      <a:gd name="connsiteY75" fmla="*/ 3834534 h 3834534"/>
                      <a:gd name="connsiteX76" fmla="*/ 513088 w 4890050"/>
                      <a:gd name="connsiteY76" fmla="*/ 172224 h 3834534"/>
                      <a:gd name="connsiteX77" fmla="*/ 523535 w 4890050"/>
                      <a:gd name="connsiteY77" fmla="*/ 183543 h 3834534"/>
                      <a:gd name="connsiteX78" fmla="*/ 523535 w 4890050"/>
                      <a:gd name="connsiteY78" fmla="*/ 441871 h 3834534"/>
                      <a:gd name="connsiteX79" fmla="*/ 513085 w 4890050"/>
                      <a:gd name="connsiteY79" fmla="*/ 453190 h 3834534"/>
                      <a:gd name="connsiteX80" fmla="*/ 274770 w 4890050"/>
                      <a:gd name="connsiteY80" fmla="*/ 453190 h 3834534"/>
                      <a:gd name="connsiteX81" fmla="*/ 264349 w 4890050"/>
                      <a:gd name="connsiteY81" fmla="*/ 441901 h 3834534"/>
                      <a:gd name="connsiteX82" fmla="*/ 264349 w 4890050"/>
                      <a:gd name="connsiteY82" fmla="*/ 183513 h 3834534"/>
                      <a:gd name="connsiteX83" fmla="*/ 274766 w 4890050"/>
                      <a:gd name="connsiteY83" fmla="*/ 172224 h 3834534"/>
                      <a:gd name="connsiteX84" fmla="*/ 774855 w 4890050"/>
                      <a:gd name="connsiteY84" fmla="*/ 172224 h 3834534"/>
                      <a:gd name="connsiteX85" fmla="*/ 785301 w 4890050"/>
                      <a:gd name="connsiteY85" fmla="*/ 183543 h 3834534"/>
                      <a:gd name="connsiteX86" fmla="*/ 785301 w 4890050"/>
                      <a:gd name="connsiteY86" fmla="*/ 441871 h 3834534"/>
                      <a:gd name="connsiteX87" fmla="*/ 774853 w 4890050"/>
                      <a:gd name="connsiteY87" fmla="*/ 453190 h 3834534"/>
                      <a:gd name="connsiteX88" fmla="*/ 536566 w 4890050"/>
                      <a:gd name="connsiteY88" fmla="*/ 453190 h 3834534"/>
                      <a:gd name="connsiteX89" fmla="*/ 526116 w 4890050"/>
                      <a:gd name="connsiteY89" fmla="*/ 441871 h 3834534"/>
                      <a:gd name="connsiteX90" fmla="*/ 526116 w 4890050"/>
                      <a:gd name="connsiteY90" fmla="*/ 183543 h 3834534"/>
                      <a:gd name="connsiteX91" fmla="*/ 536563 w 4890050"/>
                      <a:gd name="connsiteY91" fmla="*/ 172224 h 3834534"/>
                      <a:gd name="connsiteX92" fmla="*/ 1036571 w 4890050"/>
                      <a:gd name="connsiteY92" fmla="*/ 172224 h 3834534"/>
                      <a:gd name="connsiteX93" fmla="*/ 1046976 w 4890050"/>
                      <a:gd name="connsiteY93" fmla="*/ 183492 h 3834534"/>
                      <a:gd name="connsiteX94" fmla="*/ 1046976 w 4890050"/>
                      <a:gd name="connsiteY94" fmla="*/ 441923 h 3834534"/>
                      <a:gd name="connsiteX95" fmla="*/ 1036571 w 4890050"/>
                      <a:gd name="connsiteY95" fmla="*/ 453190 h 3834534"/>
                      <a:gd name="connsiteX96" fmla="*/ 798334 w 4890050"/>
                      <a:gd name="connsiteY96" fmla="*/ 453190 h 3834534"/>
                      <a:gd name="connsiteX97" fmla="*/ 787885 w 4890050"/>
                      <a:gd name="connsiteY97" fmla="*/ 441871 h 3834534"/>
                      <a:gd name="connsiteX98" fmla="*/ 787885 w 4890050"/>
                      <a:gd name="connsiteY98" fmla="*/ 183543 h 3834534"/>
                      <a:gd name="connsiteX99" fmla="*/ 798331 w 4890050"/>
                      <a:gd name="connsiteY99" fmla="*/ 172224 h 3834534"/>
                      <a:gd name="connsiteX100" fmla="*/ 1298334 w 4890050"/>
                      <a:gd name="connsiteY100" fmla="*/ 172224 h 3834534"/>
                      <a:gd name="connsiteX101" fmla="*/ 1308718 w 4890050"/>
                      <a:gd name="connsiteY101" fmla="*/ 183475 h 3834534"/>
                      <a:gd name="connsiteX102" fmla="*/ 1308718 w 4890050"/>
                      <a:gd name="connsiteY102" fmla="*/ 441939 h 3834534"/>
                      <a:gd name="connsiteX103" fmla="*/ 1298334 w 4890050"/>
                      <a:gd name="connsiteY103" fmla="*/ 453190 h 3834534"/>
                      <a:gd name="connsiteX104" fmla="*/ 1060055 w 4890050"/>
                      <a:gd name="connsiteY104" fmla="*/ 453190 h 3834534"/>
                      <a:gd name="connsiteX105" fmla="*/ 1049562 w 4890050"/>
                      <a:gd name="connsiteY105" fmla="*/ 441815 h 3834534"/>
                      <a:gd name="connsiteX106" fmla="*/ 1049562 w 4890050"/>
                      <a:gd name="connsiteY106" fmla="*/ 183595 h 3834534"/>
                      <a:gd name="connsiteX107" fmla="*/ 1060055 w 4890050"/>
                      <a:gd name="connsiteY107" fmla="*/ 172224 h 3834534"/>
                      <a:gd name="connsiteX108" fmla="*/ 1560089 w 4890050"/>
                      <a:gd name="connsiteY108" fmla="*/ 172224 h 3834534"/>
                      <a:gd name="connsiteX109" fmla="*/ 1570486 w 4890050"/>
                      <a:gd name="connsiteY109" fmla="*/ 183490 h 3834534"/>
                      <a:gd name="connsiteX110" fmla="*/ 1570486 w 4890050"/>
                      <a:gd name="connsiteY110" fmla="*/ 441927 h 3834534"/>
                      <a:gd name="connsiteX111" fmla="*/ 1560090 w 4890050"/>
                      <a:gd name="connsiteY111" fmla="*/ 453190 h 3834534"/>
                      <a:gd name="connsiteX112" fmla="*/ 1321801 w 4890050"/>
                      <a:gd name="connsiteY112" fmla="*/ 453190 h 3834534"/>
                      <a:gd name="connsiteX113" fmla="*/ 1311306 w 4890050"/>
                      <a:gd name="connsiteY113" fmla="*/ 441799 h 3834534"/>
                      <a:gd name="connsiteX114" fmla="*/ 1311306 w 4890050"/>
                      <a:gd name="connsiteY114" fmla="*/ 183605 h 3834534"/>
                      <a:gd name="connsiteX115" fmla="*/ 1321801 w 4890050"/>
                      <a:gd name="connsiteY115" fmla="*/ 172224 h 3834534"/>
                      <a:gd name="connsiteX116" fmla="*/ 1821850 w 4890050"/>
                      <a:gd name="connsiteY116" fmla="*/ 172224 h 3834534"/>
                      <a:gd name="connsiteX117" fmla="*/ 1832238 w 4890050"/>
                      <a:gd name="connsiteY117" fmla="*/ 183484 h 3834534"/>
                      <a:gd name="connsiteX118" fmla="*/ 1832238 w 4890050"/>
                      <a:gd name="connsiteY118" fmla="*/ 441935 h 3834534"/>
                      <a:gd name="connsiteX119" fmla="*/ 1821850 w 4890050"/>
                      <a:gd name="connsiteY119" fmla="*/ 453190 h 3834534"/>
                      <a:gd name="connsiteX120" fmla="*/ 1583567 w 4890050"/>
                      <a:gd name="connsiteY120" fmla="*/ 453190 h 3834534"/>
                      <a:gd name="connsiteX121" fmla="*/ 1573041 w 4890050"/>
                      <a:gd name="connsiteY121" fmla="*/ 441784 h 3834534"/>
                      <a:gd name="connsiteX122" fmla="*/ 1573041 w 4890050"/>
                      <a:gd name="connsiteY122" fmla="*/ 183625 h 3834534"/>
                      <a:gd name="connsiteX123" fmla="*/ 1583564 w 4890050"/>
                      <a:gd name="connsiteY123" fmla="*/ 172224 h 3834534"/>
                      <a:gd name="connsiteX124" fmla="*/ 2083625 w 4890050"/>
                      <a:gd name="connsiteY124" fmla="*/ 172224 h 3834534"/>
                      <a:gd name="connsiteX125" fmla="*/ 2094018 w 4890050"/>
                      <a:gd name="connsiteY125" fmla="*/ 183490 h 3834534"/>
                      <a:gd name="connsiteX126" fmla="*/ 2094018 w 4890050"/>
                      <a:gd name="connsiteY126" fmla="*/ 441927 h 3834534"/>
                      <a:gd name="connsiteX127" fmla="*/ 2083625 w 4890050"/>
                      <a:gd name="connsiteY127" fmla="*/ 453190 h 3834534"/>
                      <a:gd name="connsiteX128" fmla="*/ 1845327 w 4890050"/>
                      <a:gd name="connsiteY128" fmla="*/ 453190 h 3834534"/>
                      <a:gd name="connsiteX129" fmla="*/ 1834821 w 4890050"/>
                      <a:gd name="connsiteY129" fmla="*/ 441806 h 3834534"/>
                      <a:gd name="connsiteX130" fmla="*/ 1834821 w 4890050"/>
                      <a:gd name="connsiteY130" fmla="*/ 183601 h 3834534"/>
                      <a:gd name="connsiteX131" fmla="*/ 1845318 w 4890050"/>
                      <a:gd name="connsiteY131" fmla="*/ 172224 h 3834534"/>
                      <a:gd name="connsiteX132" fmla="*/ 2345401 w 4890050"/>
                      <a:gd name="connsiteY132" fmla="*/ 172224 h 3834534"/>
                      <a:gd name="connsiteX133" fmla="*/ 2355746 w 4890050"/>
                      <a:gd name="connsiteY133" fmla="*/ 183448 h 3834534"/>
                      <a:gd name="connsiteX134" fmla="*/ 2355746 w 4890050"/>
                      <a:gd name="connsiteY134" fmla="*/ 441971 h 3834534"/>
                      <a:gd name="connsiteX135" fmla="*/ 2345405 w 4890050"/>
                      <a:gd name="connsiteY135" fmla="*/ 453190 h 3834534"/>
                      <a:gd name="connsiteX136" fmla="*/ 2107106 w 4890050"/>
                      <a:gd name="connsiteY136" fmla="*/ 453190 h 3834534"/>
                      <a:gd name="connsiteX137" fmla="*/ 2096579 w 4890050"/>
                      <a:gd name="connsiteY137" fmla="*/ 441785 h 3834534"/>
                      <a:gd name="connsiteX138" fmla="*/ 2096579 w 4890050"/>
                      <a:gd name="connsiteY138" fmla="*/ 183625 h 3834534"/>
                      <a:gd name="connsiteX139" fmla="*/ 2107099 w 4890050"/>
                      <a:gd name="connsiteY139" fmla="*/ 172224 h 3834534"/>
                      <a:gd name="connsiteX140" fmla="*/ 2607169 w 4890050"/>
                      <a:gd name="connsiteY140" fmla="*/ 172224 h 3834534"/>
                      <a:gd name="connsiteX141" fmla="*/ 2617526 w 4890050"/>
                      <a:gd name="connsiteY141" fmla="*/ 183446 h 3834534"/>
                      <a:gd name="connsiteX142" fmla="*/ 2617526 w 4890050"/>
                      <a:gd name="connsiteY142" fmla="*/ 441971 h 3834534"/>
                      <a:gd name="connsiteX143" fmla="*/ 2607171 w 4890050"/>
                      <a:gd name="connsiteY143" fmla="*/ 453190 h 3834534"/>
                      <a:gd name="connsiteX144" fmla="*/ 2368891 w 4890050"/>
                      <a:gd name="connsiteY144" fmla="*/ 453190 h 3834534"/>
                      <a:gd name="connsiteX145" fmla="*/ 2358338 w 4890050"/>
                      <a:gd name="connsiteY145" fmla="*/ 441766 h 3834534"/>
                      <a:gd name="connsiteX146" fmla="*/ 2358338 w 4890050"/>
                      <a:gd name="connsiteY146" fmla="*/ 183641 h 3834534"/>
                      <a:gd name="connsiteX147" fmla="*/ 2368877 w 4890050"/>
                      <a:gd name="connsiteY147" fmla="*/ 172224 h 3834534"/>
                      <a:gd name="connsiteX148" fmla="*/ 2868938 w 4890050"/>
                      <a:gd name="connsiteY148" fmla="*/ 172224 h 3834534"/>
                      <a:gd name="connsiteX149" fmla="*/ 2879302 w 4890050"/>
                      <a:gd name="connsiteY149" fmla="*/ 183452 h 3834534"/>
                      <a:gd name="connsiteX150" fmla="*/ 2879302 w 4890050"/>
                      <a:gd name="connsiteY150" fmla="*/ 441970 h 3834534"/>
                      <a:gd name="connsiteX151" fmla="*/ 2868944 w 4890050"/>
                      <a:gd name="connsiteY151" fmla="*/ 453190 h 3834534"/>
                      <a:gd name="connsiteX152" fmla="*/ 2630653 w 4890050"/>
                      <a:gd name="connsiteY152" fmla="*/ 453190 h 3834534"/>
                      <a:gd name="connsiteX153" fmla="*/ 2620086 w 4890050"/>
                      <a:gd name="connsiteY153" fmla="*/ 441742 h 3834534"/>
                      <a:gd name="connsiteX154" fmla="*/ 2620086 w 4890050"/>
                      <a:gd name="connsiteY154" fmla="*/ 183665 h 3834534"/>
                      <a:gd name="connsiteX155" fmla="*/ 2630646 w 4890050"/>
                      <a:gd name="connsiteY155" fmla="*/ 172224 h 3834534"/>
                      <a:gd name="connsiteX156" fmla="*/ 3130709 w 4890050"/>
                      <a:gd name="connsiteY156" fmla="*/ 172224 h 3834534"/>
                      <a:gd name="connsiteX157" fmla="*/ 3141069 w 4890050"/>
                      <a:gd name="connsiteY157" fmla="*/ 183450 h 3834534"/>
                      <a:gd name="connsiteX158" fmla="*/ 3141069 w 4890050"/>
                      <a:gd name="connsiteY158" fmla="*/ 441970 h 3834534"/>
                      <a:gd name="connsiteX159" fmla="*/ 3130712 w 4890050"/>
                      <a:gd name="connsiteY159" fmla="*/ 453190 h 3834534"/>
                      <a:gd name="connsiteX160" fmla="*/ 2892423 w 4890050"/>
                      <a:gd name="connsiteY160" fmla="*/ 453190 h 3834534"/>
                      <a:gd name="connsiteX161" fmla="*/ 2881885 w 4890050"/>
                      <a:gd name="connsiteY161" fmla="*/ 441774 h 3834534"/>
                      <a:gd name="connsiteX162" fmla="*/ 2881885 w 4890050"/>
                      <a:gd name="connsiteY162" fmla="*/ 183635 h 3834534"/>
                      <a:gd name="connsiteX163" fmla="*/ 2892415 w 4890050"/>
                      <a:gd name="connsiteY163" fmla="*/ 172224 h 3834534"/>
                      <a:gd name="connsiteX164" fmla="*/ 3392484 w 4890050"/>
                      <a:gd name="connsiteY164" fmla="*/ 172224 h 3834534"/>
                      <a:gd name="connsiteX165" fmla="*/ 3402872 w 4890050"/>
                      <a:gd name="connsiteY165" fmla="*/ 183478 h 3834534"/>
                      <a:gd name="connsiteX166" fmla="*/ 3402872 w 4890050"/>
                      <a:gd name="connsiteY166" fmla="*/ 441939 h 3834534"/>
                      <a:gd name="connsiteX167" fmla="*/ 3392485 w 4890050"/>
                      <a:gd name="connsiteY167" fmla="*/ 453190 h 3834534"/>
                      <a:gd name="connsiteX168" fmla="*/ 3154195 w 4890050"/>
                      <a:gd name="connsiteY168" fmla="*/ 453190 h 3834534"/>
                      <a:gd name="connsiteX169" fmla="*/ 3143653 w 4890050"/>
                      <a:gd name="connsiteY169" fmla="*/ 441773 h 3834534"/>
                      <a:gd name="connsiteX170" fmla="*/ 3143653 w 4890050"/>
                      <a:gd name="connsiteY170" fmla="*/ 183635 h 3834534"/>
                      <a:gd name="connsiteX171" fmla="*/ 3154186 w 4890050"/>
                      <a:gd name="connsiteY171" fmla="*/ 172224 h 3834534"/>
                      <a:gd name="connsiteX172" fmla="*/ 3654243 w 4890050"/>
                      <a:gd name="connsiteY172" fmla="*/ 172224 h 3834534"/>
                      <a:gd name="connsiteX173" fmla="*/ 3664627 w 4890050"/>
                      <a:gd name="connsiteY173" fmla="*/ 183475 h 3834534"/>
                      <a:gd name="connsiteX174" fmla="*/ 3664627 w 4890050"/>
                      <a:gd name="connsiteY174" fmla="*/ 441944 h 3834534"/>
                      <a:gd name="connsiteX175" fmla="*/ 3654247 w 4890050"/>
                      <a:gd name="connsiteY175" fmla="*/ 453190 h 3834534"/>
                      <a:gd name="connsiteX176" fmla="*/ 3415967 w 4890050"/>
                      <a:gd name="connsiteY176" fmla="*/ 453190 h 3834534"/>
                      <a:gd name="connsiteX177" fmla="*/ 3405428 w 4890050"/>
                      <a:gd name="connsiteY177" fmla="*/ 441773 h 3834534"/>
                      <a:gd name="connsiteX178" fmla="*/ 3405428 w 4890050"/>
                      <a:gd name="connsiteY178" fmla="*/ 183635 h 3834534"/>
                      <a:gd name="connsiteX179" fmla="*/ 3415961 w 4890050"/>
                      <a:gd name="connsiteY179" fmla="*/ 172224 h 3834534"/>
                      <a:gd name="connsiteX180" fmla="*/ 3916023 w 4890050"/>
                      <a:gd name="connsiteY180" fmla="*/ 172224 h 3834534"/>
                      <a:gd name="connsiteX181" fmla="*/ 3926415 w 4890050"/>
                      <a:gd name="connsiteY181" fmla="*/ 183477 h 3834534"/>
                      <a:gd name="connsiteX182" fmla="*/ 3926415 w 4890050"/>
                      <a:gd name="connsiteY182" fmla="*/ 441939 h 3834534"/>
                      <a:gd name="connsiteX183" fmla="*/ 3916025 w 4890050"/>
                      <a:gd name="connsiteY183" fmla="*/ 453190 h 3834534"/>
                      <a:gd name="connsiteX184" fmla="*/ 3677728 w 4890050"/>
                      <a:gd name="connsiteY184" fmla="*/ 453190 h 3834534"/>
                      <a:gd name="connsiteX185" fmla="*/ 3667182 w 4890050"/>
                      <a:gd name="connsiteY185" fmla="*/ 441767 h 3834534"/>
                      <a:gd name="connsiteX186" fmla="*/ 3667182 w 4890050"/>
                      <a:gd name="connsiteY186" fmla="*/ 183640 h 3834534"/>
                      <a:gd name="connsiteX187" fmla="*/ 3677720 w 4890050"/>
                      <a:gd name="connsiteY187" fmla="*/ 172224 h 3834534"/>
                      <a:gd name="connsiteX188" fmla="*/ 4177811 w 4890050"/>
                      <a:gd name="connsiteY188" fmla="*/ 172224 h 3834534"/>
                      <a:gd name="connsiteX189" fmla="*/ 4188164 w 4890050"/>
                      <a:gd name="connsiteY189" fmla="*/ 183446 h 3834534"/>
                      <a:gd name="connsiteX190" fmla="*/ 4188164 w 4890050"/>
                      <a:gd name="connsiteY190" fmla="*/ 441971 h 3834534"/>
                      <a:gd name="connsiteX191" fmla="*/ 4177811 w 4890050"/>
                      <a:gd name="connsiteY191" fmla="*/ 453190 h 3834534"/>
                      <a:gd name="connsiteX192" fmla="*/ 3939502 w 4890050"/>
                      <a:gd name="connsiteY192" fmla="*/ 453190 h 3834534"/>
                      <a:gd name="connsiteX193" fmla="*/ 3928974 w 4890050"/>
                      <a:gd name="connsiteY193" fmla="*/ 441776 h 3834534"/>
                      <a:gd name="connsiteX194" fmla="*/ 3928974 w 4890050"/>
                      <a:gd name="connsiteY194" fmla="*/ 183634 h 3834534"/>
                      <a:gd name="connsiteX195" fmla="*/ 3939494 w 4890050"/>
                      <a:gd name="connsiteY195" fmla="*/ 172224 h 3834534"/>
                      <a:gd name="connsiteX196" fmla="*/ 4439569 w 4890050"/>
                      <a:gd name="connsiteY196" fmla="*/ 172224 h 3834534"/>
                      <a:gd name="connsiteX197" fmla="*/ 4449916 w 4890050"/>
                      <a:gd name="connsiteY197" fmla="*/ 183437 h 3834534"/>
                      <a:gd name="connsiteX198" fmla="*/ 4449916 w 4890050"/>
                      <a:gd name="connsiteY198" fmla="*/ 441981 h 3834534"/>
                      <a:gd name="connsiteX199" fmla="*/ 4439571 w 4890050"/>
                      <a:gd name="connsiteY199" fmla="*/ 453190 h 3834534"/>
                      <a:gd name="connsiteX200" fmla="*/ 4201294 w 4890050"/>
                      <a:gd name="connsiteY200" fmla="*/ 453190 h 3834534"/>
                      <a:gd name="connsiteX201" fmla="*/ 4190720 w 4890050"/>
                      <a:gd name="connsiteY201" fmla="*/ 441738 h 3834534"/>
                      <a:gd name="connsiteX202" fmla="*/ 4190720 w 4890050"/>
                      <a:gd name="connsiteY202" fmla="*/ 183670 h 3834534"/>
                      <a:gd name="connsiteX203" fmla="*/ 4201287 w 4890050"/>
                      <a:gd name="connsiteY203" fmla="*/ 172224 h 3834534"/>
                      <a:gd name="connsiteX204" fmla="*/ 4701344 w 4890050"/>
                      <a:gd name="connsiteY204" fmla="*/ 172224 h 3834534"/>
                      <a:gd name="connsiteX205" fmla="*/ 4711701 w 4890050"/>
                      <a:gd name="connsiteY205" fmla="*/ 183446 h 3834534"/>
                      <a:gd name="connsiteX206" fmla="*/ 4711701 w 4890050"/>
                      <a:gd name="connsiteY206" fmla="*/ 441971 h 3834534"/>
                      <a:gd name="connsiteX207" fmla="*/ 4701345 w 4890050"/>
                      <a:gd name="connsiteY207" fmla="*/ 453190 h 3834534"/>
                      <a:gd name="connsiteX208" fmla="*/ 4463050 w 4890050"/>
                      <a:gd name="connsiteY208" fmla="*/ 453190 h 3834534"/>
                      <a:gd name="connsiteX209" fmla="*/ 4452500 w 4890050"/>
                      <a:gd name="connsiteY209" fmla="*/ 441759 h 3834534"/>
                      <a:gd name="connsiteX210" fmla="*/ 4452500 w 4890050"/>
                      <a:gd name="connsiteY210" fmla="*/ 183648 h 3834534"/>
                      <a:gd name="connsiteX211" fmla="*/ 4463042 w 4890050"/>
                      <a:gd name="connsiteY211" fmla="*/ 172224 h 3834534"/>
                      <a:gd name="connsiteX212" fmla="*/ 4714281 w 4890050"/>
                      <a:gd name="connsiteY212" fmla="*/ 0 h 3834534"/>
                      <a:gd name="connsiteX213" fmla="*/ 4711697 w 4890050"/>
                      <a:gd name="connsiteY213" fmla="*/ 0 h 3834534"/>
                      <a:gd name="connsiteX214" fmla="*/ 4711697 w 4890050"/>
                      <a:gd name="connsiteY214" fmla="*/ 158224 h 3834534"/>
                      <a:gd name="connsiteX215" fmla="*/ 4701343 w 4890050"/>
                      <a:gd name="connsiteY215" fmla="*/ 169441 h 3834534"/>
                      <a:gd name="connsiteX216" fmla="*/ 4463044 w 4890050"/>
                      <a:gd name="connsiteY216" fmla="*/ 169441 h 3834534"/>
                      <a:gd name="connsiteX217" fmla="*/ 4452494 w 4890050"/>
                      <a:gd name="connsiteY217" fmla="*/ 158012 h 3834534"/>
                      <a:gd name="connsiteX218" fmla="*/ 4452494 w 4890050"/>
                      <a:gd name="connsiteY218" fmla="*/ 0 h 3834534"/>
                      <a:gd name="connsiteX219" fmla="*/ 4449913 w 4890050"/>
                      <a:gd name="connsiteY219" fmla="*/ 0 h 3834534"/>
                      <a:gd name="connsiteX220" fmla="*/ 4449913 w 4890050"/>
                      <a:gd name="connsiteY220" fmla="*/ 158231 h 3834534"/>
                      <a:gd name="connsiteX221" fmla="*/ 4439567 w 4890050"/>
                      <a:gd name="connsiteY221" fmla="*/ 169441 h 3834534"/>
                      <a:gd name="connsiteX222" fmla="*/ 4201291 w 4890050"/>
                      <a:gd name="connsiteY222" fmla="*/ 169441 h 3834534"/>
                      <a:gd name="connsiteX223" fmla="*/ 4190714 w 4890050"/>
                      <a:gd name="connsiteY223" fmla="*/ 157990 h 3834534"/>
                      <a:gd name="connsiteX224" fmla="*/ 4190714 w 4890050"/>
                      <a:gd name="connsiteY224" fmla="*/ 0 h 3834534"/>
                      <a:gd name="connsiteX225" fmla="*/ 4188161 w 4890050"/>
                      <a:gd name="connsiteY225" fmla="*/ 0 h 3834534"/>
                      <a:gd name="connsiteX226" fmla="*/ 4188161 w 4890050"/>
                      <a:gd name="connsiteY226" fmla="*/ 158224 h 3834534"/>
                      <a:gd name="connsiteX227" fmla="*/ 4177809 w 4890050"/>
                      <a:gd name="connsiteY227" fmla="*/ 169441 h 3834534"/>
                      <a:gd name="connsiteX228" fmla="*/ 3939494 w 4890050"/>
                      <a:gd name="connsiteY228" fmla="*/ 169441 h 3834534"/>
                      <a:gd name="connsiteX229" fmla="*/ 3928969 w 4890050"/>
                      <a:gd name="connsiteY229" fmla="*/ 158026 h 3834534"/>
                      <a:gd name="connsiteX230" fmla="*/ 3928969 w 4890050"/>
                      <a:gd name="connsiteY230" fmla="*/ 0 h 3834534"/>
                      <a:gd name="connsiteX231" fmla="*/ 3926409 w 4890050"/>
                      <a:gd name="connsiteY231" fmla="*/ 0 h 3834534"/>
                      <a:gd name="connsiteX232" fmla="*/ 3926409 w 4890050"/>
                      <a:gd name="connsiteY232" fmla="*/ 158192 h 3834534"/>
                      <a:gd name="connsiteX233" fmla="*/ 3916022 w 4890050"/>
                      <a:gd name="connsiteY233" fmla="*/ 169441 h 3834534"/>
                      <a:gd name="connsiteX234" fmla="*/ 3677720 w 4890050"/>
                      <a:gd name="connsiteY234" fmla="*/ 169441 h 3834534"/>
                      <a:gd name="connsiteX235" fmla="*/ 3667179 w 4890050"/>
                      <a:gd name="connsiteY235" fmla="*/ 158018 h 3834534"/>
                      <a:gd name="connsiteX236" fmla="*/ 3667179 w 4890050"/>
                      <a:gd name="connsiteY236" fmla="*/ 0 h 3834534"/>
                      <a:gd name="connsiteX237" fmla="*/ 3664622 w 4890050"/>
                      <a:gd name="connsiteY237" fmla="*/ 0 h 3834534"/>
                      <a:gd name="connsiteX238" fmla="*/ 3664622 w 4890050"/>
                      <a:gd name="connsiteY238" fmla="*/ 158195 h 3834534"/>
                      <a:gd name="connsiteX239" fmla="*/ 3654242 w 4890050"/>
                      <a:gd name="connsiteY239" fmla="*/ 169441 h 3834534"/>
                      <a:gd name="connsiteX240" fmla="*/ 3415962 w 4890050"/>
                      <a:gd name="connsiteY240" fmla="*/ 169441 h 3834534"/>
                      <a:gd name="connsiteX241" fmla="*/ 3405422 w 4890050"/>
                      <a:gd name="connsiteY241" fmla="*/ 158025 h 3834534"/>
                      <a:gd name="connsiteX242" fmla="*/ 3405422 w 4890050"/>
                      <a:gd name="connsiteY242" fmla="*/ 0 h 3834534"/>
                      <a:gd name="connsiteX243" fmla="*/ 3402867 w 4890050"/>
                      <a:gd name="connsiteY243" fmla="*/ 0 h 3834534"/>
                      <a:gd name="connsiteX244" fmla="*/ 3402867 w 4890050"/>
                      <a:gd name="connsiteY244" fmla="*/ 158192 h 3834534"/>
                      <a:gd name="connsiteX245" fmla="*/ 3392481 w 4890050"/>
                      <a:gd name="connsiteY245" fmla="*/ 169441 h 3834534"/>
                      <a:gd name="connsiteX246" fmla="*/ 3154187 w 4890050"/>
                      <a:gd name="connsiteY246" fmla="*/ 169441 h 3834534"/>
                      <a:gd name="connsiteX247" fmla="*/ 3143648 w 4890050"/>
                      <a:gd name="connsiteY247" fmla="*/ 158025 h 3834534"/>
                      <a:gd name="connsiteX248" fmla="*/ 3143648 w 4890050"/>
                      <a:gd name="connsiteY248" fmla="*/ 0 h 3834534"/>
                      <a:gd name="connsiteX249" fmla="*/ 3141066 w 4890050"/>
                      <a:gd name="connsiteY249" fmla="*/ 0 h 3834534"/>
                      <a:gd name="connsiteX250" fmla="*/ 3141066 w 4890050"/>
                      <a:gd name="connsiteY250" fmla="*/ 158217 h 3834534"/>
                      <a:gd name="connsiteX251" fmla="*/ 3130707 w 4890050"/>
                      <a:gd name="connsiteY251" fmla="*/ 169441 h 3834534"/>
                      <a:gd name="connsiteX252" fmla="*/ 2892418 w 4890050"/>
                      <a:gd name="connsiteY252" fmla="*/ 169441 h 3834534"/>
                      <a:gd name="connsiteX253" fmla="*/ 2881884 w 4890050"/>
                      <a:gd name="connsiteY253" fmla="*/ 158027 h 3834534"/>
                      <a:gd name="connsiteX254" fmla="*/ 2881884 w 4890050"/>
                      <a:gd name="connsiteY254" fmla="*/ 0 h 3834534"/>
                      <a:gd name="connsiteX255" fmla="*/ 2879296 w 4890050"/>
                      <a:gd name="connsiteY255" fmla="*/ 0 h 3834534"/>
                      <a:gd name="connsiteX256" fmla="*/ 2879296 w 4890050"/>
                      <a:gd name="connsiteY256" fmla="*/ 158219 h 3834534"/>
                      <a:gd name="connsiteX257" fmla="*/ 2868932 w 4890050"/>
                      <a:gd name="connsiteY257" fmla="*/ 169441 h 3834534"/>
                      <a:gd name="connsiteX258" fmla="*/ 2630646 w 4890050"/>
                      <a:gd name="connsiteY258" fmla="*/ 169441 h 3834534"/>
                      <a:gd name="connsiteX259" fmla="*/ 2620081 w 4890050"/>
                      <a:gd name="connsiteY259" fmla="*/ 157993 h 3834534"/>
                      <a:gd name="connsiteX260" fmla="*/ 2620081 w 4890050"/>
                      <a:gd name="connsiteY260" fmla="*/ 0 h 3834534"/>
                      <a:gd name="connsiteX261" fmla="*/ 2617520 w 4890050"/>
                      <a:gd name="connsiteY261" fmla="*/ 0 h 3834534"/>
                      <a:gd name="connsiteX262" fmla="*/ 2617520 w 4890050"/>
                      <a:gd name="connsiteY262" fmla="*/ 158224 h 3834534"/>
                      <a:gd name="connsiteX263" fmla="*/ 2607169 w 4890050"/>
                      <a:gd name="connsiteY263" fmla="*/ 169441 h 3834534"/>
                      <a:gd name="connsiteX264" fmla="*/ 2368886 w 4890050"/>
                      <a:gd name="connsiteY264" fmla="*/ 169441 h 3834534"/>
                      <a:gd name="connsiteX265" fmla="*/ 2358329 w 4890050"/>
                      <a:gd name="connsiteY265" fmla="*/ 158018 h 3834534"/>
                      <a:gd name="connsiteX266" fmla="*/ 2358329 w 4890050"/>
                      <a:gd name="connsiteY266" fmla="*/ 0 h 3834534"/>
                      <a:gd name="connsiteX267" fmla="*/ 2355744 w 4890050"/>
                      <a:gd name="connsiteY267" fmla="*/ 0 h 3834534"/>
                      <a:gd name="connsiteX268" fmla="*/ 2355744 w 4890050"/>
                      <a:gd name="connsiteY268" fmla="*/ 158222 h 3834534"/>
                      <a:gd name="connsiteX269" fmla="*/ 2345401 w 4890050"/>
                      <a:gd name="connsiteY269" fmla="*/ 169441 h 3834534"/>
                      <a:gd name="connsiteX270" fmla="*/ 2107102 w 4890050"/>
                      <a:gd name="connsiteY270" fmla="*/ 169441 h 3834534"/>
                      <a:gd name="connsiteX271" fmla="*/ 2096575 w 4890050"/>
                      <a:gd name="connsiteY271" fmla="*/ 158034 h 3834534"/>
                      <a:gd name="connsiteX272" fmla="*/ 2096575 w 4890050"/>
                      <a:gd name="connsiteY272" fmla="*/ 0 h 3834534"/>
                      <a:gd name="connsiteX273" fmla="*/ 2094012 w 4890050"/>
                      <a:gd name="connsiteY273" fmla="*/ 0 h 3834534"/>
                      <a:gd name="connsiteX274" fmla="*/ 2094012 w 4890050"/>
                      <a:gd name="connsiteY274" fmla="*/ 158180 h 3834534"/>
                      <a:gd name="connsiteX275" fmla="*/ 2083625 w 4890050"/>
                      <a:gd name="connsiteY275" fmla="*/ 169441 h 3834534"/>
                      <a:gd name="connsiteX276" fmla="*/ 1845319 w 4890050"/>
                      <a:gd name="connsiteY276" fmla="*/ 169441 h 3834534"/>
                      <a:gd name="connsiteX277" fmla="*/ 1834815 w 4890050"/>
                      <a:gd name="connsiteY277" fmla="*/ 158058 h 3834534"/>
                      <a:gd name="connsiteX278" fmla="*/ 1834815 w 4890050"/>
                      <a:gd name="connsiteY278" fmla="*/ 0 h 3834534"/>
                      <a:gd name="connsiteX279" fmla="*/ 1832233 w 4890050"/>
                      <a:gd name="connsiteY279" fmla="*/ 0 h 3834534"/>
                      <a:gd name="connsiteX280" fmla="*/ 1832233 w 4890050"/>
                      <a:gd name="connsiteY280" fmla="*/ 158185 h 3834534"/>
                      <a:gd name="connsiteX281" fmla="*/ 1821844 w 4890050"/>
                      <a:gd name="connsiteY281" fmla="*/ 169441 h 3834534"/>
                      <a:gd name="connsiteX282" fmla="*/ 1583564 w 4890050"/>
                      <a:gd name="connsiteY282" fmla="*/ 169441 h 3834534"/>
                      <a:gd name="connsiteX283" fmla="*/ 1573040 w 4890050"/>
                      <a:gd name="connsiteY283" fmla="*/ 158035 h 3834534"/>
                      <a:gd name="connsiteX284" fmla="*/ 1573040 w 4890050"/>
                      <a:gd name="connsiteY284" fmla="*/ 0 h 3834534"/>
                      <a:gd name="connsiteX285" fmla="*/ 1570484 w 4890050"/>
                      <a:gd name="connsiteY285" fmla="*/ 0 h 3834534"/>
                      <a:gd name="connsiteX286" fmla="*/ 1570484 w 4890050"/>
                      <a:gd name="connsiteY286" fmla="*/ 158178 h 3834534"/>
                      <a:gd name="connsiteX287" fmla="*/ 1560085 w 4890050"/>
                      <a:gd name="connsiteY287" fmla="*/ 169441 h 3834534"/>
                      <a:gd name="connsiteX288" fmla="*/ 1321801 w 4890050"/>
                      <a:gd name="connsiteY288" fmla="*/ 169441 h 3834534"/>
                      <a:gd name="connsiteX289" fmla="*/ 1311283 w 4890050"/>
                      <a:gd name="connsiteY289" fmla="*/ 158052 h 3834534"/>
                      <a:gd name="connsiteX290" fmla="*/ 1311283 w 4890050"/>
                      <a:gd name="connsiteY290" fmla="*/ 0 h 3834534"/>
                      <a:gd name="connsiteX291" fmla="*/ 1308708 w 4890050"/>
                      <a:gd name="connsiteY291" fmla="*/ 0 h 3834534"/>
                      <a:gd name="connsiteX292" fmla="*/ 1308708 w 4890050"/>
                      <a:gd name="connsiteY292" fmla="*/ 158192 h 3834534"/>
                      <a:gd name="connsiteX293" fmla="*/ 1298334 w 4890050"/>
                      <a:gd name="connsiteY293" fmla="*/ 169441 h 3834534"/>
                      <a:gd name="connsiteX294" fmla="*/ 1060055 w 4890050"/>
                      <a:gd name="connsiteY294" fmla="*/ 169441 h 3834534"/>
                      <a:gd name="connsiteX295" fmla="*/ 1049557 w 4890050"/>
                      <a:gd name="connsiteY295" fmla="*/ 158066 h 3834534"/>
                      <a:gd name="connsiteX296" fmla="*/ 1049557 w 4890050"/>
                      <a:gd name="connsiteY296" fmla="*/ 0 h 3834534"/>
                      <a:gd name="connsiteX297" fmla="*/ 1046974 w 4890050"/>
                      <a:gd name="connsiteY297" fmla="*/ 0 h 3834534"/>
                      <a:gd name="connsiteX298" fmla="*/ 1046974 w 4890050"/>
                      <a:gd name="connsiteY298" fmla="*/ 158175 h 3834534"/>
                      <a:gd name="connsiteX299" fmla="*/ 1036571 w 4890050"/>
                      <a:gd name="connsiteY299" fmla="*/ 169441 h 3834534"/>
                      <a:gd name="connsiteX300" fmla="*/ 798333 w 4890050"/>
                      <a:gd name="connsiteY300" fmla="*/ 169441 h 3834534"/>
                      <a:gd name="connsiteX301" fmla="*/ 787885 w 4890050"/>
                      <a:gd name="connsiteY301" fmla="*/ 158122 h 3834534"/>
                      <a:gd name="connsiteX302" fmla="*/ 787885 w 4890050"/>
                      <a:gd name="connsiteY302" fmla="*/ 0 h 3834534"/>
                      <a:gd name="connsiteX303" fmla="*/ 785301 w 4890050"/>
                      <a:gd name="connsiteY303" fmla="*/ 0 h 3834534"/>
                      <a:gd name="connsiteX304" fmla="*/ 785301 w 4890050"/>
                      <a:gd name="connsiteY304" fmla="*/ 158122 h 3834534"/>
                      <a:gd name="connsiteX305" fmla="*/ 774854 w 4890050"/>
                      <a:gd name="connsiteY305" fmla="*/ 169441 h 3834534"/>
                      <a:gd name="connsiteX306" fmla="*/ 536565 w 4890050"/>
                      <a:gd name="connsiteY306" fmla="*/ 169441 h 3834534"/>
                      <a:gd name="connsiteX307" fmla="*/ 526116 w 4890050"/>
                      <a:gd name="connsiteY307" fmla="*/ 158122 h 3834534"/>
                      <a:gd name="connsiteX308" fmla="*/ 526116 w 4890050"/>
                      <a:gd name="connsiteY308" fmla="*/ 0 h 3834534"/>
                      <a:gd name="connsiteX309" fmla="*/ 523535 w 4890050"/>
                      <a:gd name="connsiteY309" fmla="*/ 0 h 3834534"/>
                      <a:gd name="connsiteX310" fmla="*/ 523535 w 4890050"/>
                      <a:gd name="connsiteY310" fmla="*/ 158122 h 3834534"/>
                      <a:gd name="connsiteX311" fmla="*/ 513086 w 4890050"/>
                      <a:gd name="connsiteY311" fmla="*/ 169441 h 3834534"/>
                      <a:gd name="connsiteX312" fmla="*/ 274769 w 4890050"/>
                      <a:gd name="connsiteY312" fmla="*/ 169441 h 3834534"/>
                      <a:gd name="connsiteX313" fmla="*/ 264349 w 4890050"/>
                      <a:gd name="connsiteY313" fmla="*/ 158152 h 3834534"/>
                      <a:gd name="connsiteX314" fmla="*/ 264349 w 4890050"/>
                      <a:gd name="connsiteY314" fmla="*/ 0 h 3834534"/>
                      <a:gd name="connsiteX315" fmla="*/ 261767 w 4890050"/>
                      <a:gd name="connsiteY315" fmla="*/ 0 h 3834534"/>
                      <a:gd name="connsiteX316" fmla="*/ 261767 w 4890050"/>
                      <a:gd name="connsiteY316" fmla="*/ 158091 h 3834534"/>
                      <a:gd name="connsiteX317" fmla="*/ 251291 w 4890050"/>
                      <a:gd name="connsiteY317" fmla="*/ 169441 h 3834534"/>
                      <a:gd name="connsiteX318" fmla="*/ 67161 w 4890050"/>
                      <a:gd name="connsiteY318" fmla="*/ 169441 h 3834534"/>
                      <a:gd name="connsiteX319" fmla="*/ 67161 w 4890050"/>
                      <a:gd name="connsiteY319" fmla="*/ 172224 h 3834534"/>
                      <a:gd name="connsiteX320" fmla="*/ 251294 w 4890050"/>
                      <a:gd name="connsiteY320" fmla="*/ 172224 h 3834534"/>
                      <a:gd name="connsiteX321" fmla="*/ 261767 w 4890050"/>
                      <a:gd name="connsiteY321" fmla="*/ 183573 h 3834534"/>
                      <a:gd name="connsiteX322" fmla="*/ 261767 w 4890050"/>
                      <a:gd name="connsiteY322" fmla="*/ 441841 h 3834534"/>
                      <a:gd name="connsiteX323" fmla="*/ 251289 w 4890050"/>
                      <a:gd name="connsiteY323" fmla="*/ 453190 h 3834534"/>
                      <a:gd name="connsiteX324" fmla="*/ 67161 w 4890050"/>
                      <a:gd name="connsiteY324" fmla="*/ 453190 h 3834534"/>
                      <a:gd name="connsiteX325" fmla="*/ 67161 w 4890050"/>
                      <a:gd name="connsiteY325" fmla="*/ 455974 h 3834534"/>
                      <a:gd name="connsiteX326" fmla="*/ 251294 w 4890050"/>
                      <a:gd name="connsiteY326" fmla="*/ 455974 h 3834534"/>
                      <a:gd name="connsiteX327" fmla="*/ 261767 w 4890050"/>
                      <a:gd name="connsiteY327" fmla="*/ 467322 h 3834534"/>
                      <a:gd name="connsiteX328" fmla="*/ 261767 w 4890050"/>
                      <a:gd name="connsiteY328" fmla="*/ 561322 h 3834534"/>
                      <a:gd name="connsiteX329" fmla="*/ 264349 w 4890050"/>
                      <a:gd name="connsiteY329" fmla="*/ 561322 h 3834534"/>
                      <a:gd name="connsiteX330" fmla="*/ 264349 w 4890050"/>
                      <a:gd name="connsiteY330" fmla="*/ 467261 h 3834534"/>
                      <a:gd name="connsiteX331" fmla="*/ 274765 w 4890050"/>
                      <a:gd name="connsiteY331" fmla="*/ 455974 h 3834534"/>
                      <a:gd name="connsiteX332" fmla="*/ 513089 w 4890050"/>
                      <a:gd name="connsiteY332" fmla="*/ 455974 h 3834534"/>
                      <a:gd name="connsiteX333" fmla="*/ 523535 w 4890050"/>
                      <a:gd name="connsiteY333" fmla="*/ 467290 h 3834534"/>
                      <a:gd name="connsiteX334" fmla="*/ 523535 w 4890050"/>
                      <a:gd name="connsiteY334" fmla="*/ 561322 h 3834534"/>
                      <a:gd name="connsiteX335" fmla="*/ 526116 w 4890050"/>
                      <a:gd name="connsiteY335" fmla="*/ 561322 h 3834534"/>
                      <a:gd name="connsiteX336" fmla="*/ 526116 w 4890050"/>
                      <a:gd name="connsiteY336" fmla="*/ 467290 h 3834534"/>
                      <a:gd name="connsiteX337" fmla="*/ 536562 w 4890050"/>
                      <a:gd name="connsiteY337" fmla="*/ 455974 h 3834534"/>
                      <a:gd name="connsiteX338" fmla="*/ 774856 w 4890050"/>
                      <a:gd name="connsiteY338" fmla="*/ 455974 h 3834534"/>
                      <a:gd name="connsiteX339" fmla="*/ 785301 w 4890050"/>
                      <a:gd name="connsiteY339" fmla="*/ 467290 h 3834534"/>
                      <a:gd name="connsiteX340" fmla="*/ 785301 w 4890050"/>
                      <a:gd name="connsiteY340" fmla="*/ 561322 h 3834534"/>
                      <a:gd name="connsiteX341" fmla="*/ 787885 w 4890050"/>
                      <a:gd name="connsiteY341" fmla="*/ 561322 h 3834534"/>
                      <a:gd name="connsiteX342" fmla="*/ 787885 w 4890050"/>
                      <a:gd name="connsiteY342" fmla="*/ 467290 h 3834534"/>
                      <a:gd name="connsiteX343" fmla="*/ 798330 w 4890050"/>
                      <a:gd name="connsiteY343" fmla="*/ 455974 h 3834534"/>
                      <a:gd name="connsiteX344" fmla="*/ 1036577 w 4890050"/>
                      <a:gd name="connsiteY344" fmla="*/ 455974 h 3834534"/>
                      <a:gd name="connsiteX345" fmla="*/ 1046980 w 4890050"/>
                      <a:gd name="connsiteY345" fmla="*/ 467241 h 3834534"/>
                      <a:gd name="connsiteX346" fmla="*/ 1046980 w 4890050"/>
                      <a:gd name="connsiteY346" fmla="*/ 561322 h 3834534"/>
                      <a:gd name="connsiteX347" fmla="*/ 1049562 w 4890050"/>
                      <a:gd name="connsiteY347" fmla="*/ 561322 h 3834534"/>
                      <a:gd name="connsiteX348" fmla="*/ 1049562 w 4890050"/>
                      <a:gd name="connsiteY348" fmla="*/ 467343 h 3834534"/>
                      <a:gd name="connsiteX349" fmla="*/ 1060055 w 4890050"/>
                      <a:gd name="connsiteY349" fmla="*/ 455974 h 3834534"/>
                      <a:gd name="connsiteX350" fmla="*/ 1298334 w 4890050"/>
                      <a:gd name="connsiteY350" fmla="*/ 455974 h 3834534"/>
                      <a:gd name="connsiteX351" fmla="*/ 1308721 w 4890050"/>
                      <a:gd name="connsiteY351" fmla="*/ 467227 h 3834534"/>
                      <a:gd name="connsiteX352" fmla="*/ 1308721 w 4890050"/>
                      <a:gd name="connsiteY352" fmla="*/ 561322 h 3834534"/>
                      <a:gd name="connsiteX353" fmla="*/ 1311306 w 4890050"/>
                      <a:gd name="connsiteY353" fmla="*/ 561322 h 3834534"/>
                      <a:gd name="connsiteX354" fmla="*/ 1311306 w 4890050"/>
                      <a:gd name="connsiteY354" fmla="*/ 467353 h 3834534"/>
                      <a:gd name="connsiteX355" fmla="*/ 1321801 w 4890050"/>
                      <a:gd name="connsiteY355" fmla="*/ 455974 h 3834534"/>
                      <a:gd name="connsiteX356" fmla="*/ 1560093 w 4890050"/>
                      <a:gd name="connsiteY356" fmla="*/ 455974 h 3834534"/>
                      <a:gd name="connsiteX357" fmla="*/ 1570491 w 4890050"/>
                      <a:gd name="connsiteY357" fmla="*/ 467239 h 3834534"/>
                      <a:gd name="connsiteX358" fmla="*/ 1570491 w 4890050"/>
                      <a:gd name="connsiteY358" fmla="*/ 561322 h 3834534"/>
                      <a:gd name="connsiteX359" fmla="*/ 1573045 w 4890050"/>
                      <a:gd name="connsiteY359" fmla="*/ 561322 h 3834534"/>
                      <a:gd name="connsiteX360" fmla="*/ 1573045 w 4890050"/>
                      <a:gd name="connsiteY360" fmla="*/ 467374 h 3834534"/>
                      <a:gd name="connsiteX361" fmla="*/ 1583565 w 4890050"/>
                      <a:gd name="connsiteY361" fmla="*/ 455974 h 3834534"/>
                      <a:gd name="connsiteX362" fmla="*/ 1821854 w 4890050"/>
                      <a:gd name="connsiteY362" fmla="*/ 455974 h 3834534"/>
                      <a:gd name="connsiteX363" fmla="*/ 1832241 w 4890050"/>
                      <a:gd name="connsiteY363" fmla="*/ 467233 h 3834534"/>
                      <a:gd name="connsiteX364" fmla="*/ 1832241 w 4890050"/>
                      <a:gd name="connsiteY364" fmla="*/ 561322 h 3834534"/>
                      <a:gd name="connsiteX365" fmla="*/ 1834826 w 4890050"/>
                      <a:gd name="connsiteY365" fmla="*/ 561322 h 3834534"/>
                      <a:gd name="connsiteX366" fmla="*/ 1834826 w 4890050"/>
                      <a:gd name="connsiteY366" fmla="*/ 467350 h 3834534"/>
                      <a:gd name="connsiteX367" fmla="*/ 1845322 w 4890050"/>
                      <a:gd name="connsiteY367" fmla="*/ 455974 h 3834534"/>
                      <a:gd name="connsiteX368" fmla="*/ 2083631 w 4890050"/>
                      <a:gd name="connsiteY368" fmla="*/ 455974 h 3834534"/>
                      <a:gd name="connsiteX369" fmla="*/ 2094024 w 4890050"/>
                      <a:gd name="connsiteY369" fmla="*/ 467239 h 3834534"/>
                      <a:gd name="connsiteX370" fmla="*/ 2094024 w 4890050"/>
                      <a:gd name="connsiteY370" fmla="*/ 561322 h 3834534"/>
                      <a:gd name="connsiteX371" fmla="*/ 2096583 w 4890050"/>
                      <a:gd name="connsiteY371" fmla="*/ 561322 h 3834534"/>
                      <a:gd name="connsiteX372" fmla="*/ 2096583 w 4890050"/>
                      <a:gd name="connsiteY372" fmla="*/ 467373 h 3834534"/>
                      <a:gd name="connsiteX373" fmla="*/ 2107102 w 4890050"/>
                      <a:gd name="connsiteY373" fmla="*/ 455974 h 3834534"/>
                      <a:gd name="connsiteX374" fmla="*/ 2345407 w 4890050"/>
                      <a:gd name="connsiteY374" fmla="*/ 455974 h 3834534"/>
                      <a:gd name="connsiteX375" fmla="*/ 2355756 w 4890050"/>
                      <a:gd name="connsiteY375" fmla="*/ 467196 h 3834534"/>
                      <a:gd name="connsiteX376" fmla="*/ 2355756 w 4890050"/>
                      <a:gd name="connsiteY376" fmla="*/ 561322 h 3834534"/>
                      <a:gd name="connsiteX377" fmla="*/ 2358343 w 4890050"/>
                      <a:gd name="connsiteY377" fmla="*/ 561322 h 3834534"/>
                      <a:gd name="connsiteX378" fmla="*/ 2358343 w 4890050"/>
                      <a:gd name="connsiteY378" fmla="*/ 467388 h 3834534"/>
                      <a:gd name="connsiteX379" fmla="*/ 2368886 w 4890050"/>
                      <a:gd name="connsiteY379" fmla="*/ 455974 h 3834534"/>
                      <a:gd name="connsiteX380" fmla="*/ 2607176 w 4890050"/>
                      <a:gd name="connsiteY380" fmla="*/ 455974 h 3834534"/>
                      <a:gd name="connsiteX381" fmla="*/ 2617528 w 4890050"/>
                      <a:gd name="connsiteY381" fmla="*/ 467192 h 3834534"/>
                      <a:gd name="connsiteX382" fmla="*/ 2617528 w 4890050"/>
                      <a:gd name="connsiteY382" fmla="*/ 561322 h 3834534"/>
                      <a:gd name="connsiteX383" fmla="*/ 2620089 w 4890050"/>
                      <a:gd name="connsiteY383" fmla="*/ 561322 h 3834534"/>
                      <a:gd name="connsiteX384" fmla="*/ 2620089 w 4890050"/>
                      <a:gd name="connsiteY384" fmla="*/ 467416 h 3834534"/>
                      <a:gd name="connsiteX385" fmla="*/ 2630648 w 4890050"/>
                      <a:gd name="connsiteY385" fmla="*/ 455974 h 3834534"/>
                      <a:gd name="connsiteX386" fmla="*/ 2868947 w 4890050"/>
                      <a:gd name="connsiteY386" fmla="*/ 455974 h 3834534"/>
                      <a:gd name="connsiteX387" fmla="*/ 2879310 w 4890050"/>
                      <a:gd name="connsiteY387" fmla="*/ 467199 h 3834534"/>
                      <a:gd name="connsiteX388" fmla="*/ 2879310 w 4890050"/>
                      <a:gd name="connsiteY388" fmla="*/ 561322 h 3834534"/>
                      <a:gd name="connsiteX389" fmla="*/ 2881890 w 4890050"/>
                      <a:gd name="connsiteY389" fmla="*/ 561322 h 3834534"/>
                      <a:gd name="connsiteX390" fmla="*/ 2881890 w 4890050"/>
                      <a:gd name="connsiteY390" fmla="*/ 467381 h 3834534"/>
                      <a:gd name="connsiteX391" fmla="*/ 2892420 w 4890050"/>
                      <a:gd name="connsiteY391" fmla="*/ 455974 h 3834534"/>
                      <a:gd name="connsiteX392" fmla="*/ 3130715 w 4890050"/>
                      <a:gd name="connsiteY392" fmla="*/ 455974 h 3834534"/>
                      <a:gd name="connsiteX393" fmla="*/ 3141077 w 4890050"/>
                      <a:gd name="connsiteY393" fmla="*/ 467199 h 3834534"/>
                      <a:gd name="connsiteX394" fmla="*/ 3141077 w 4890050"/>
                      <a:gd name="connsiteY394" fmla="*/ 561322 h 3834534"/>
                      <a:gd name="connsiteX395" fmla="*/ 3143659 w 4890050"/>
                      <a:gd name="connsiteY395" fmla="*/ 561322 h 3834534"/>
                      <a:gd name="connsiteX396" fmla="*/ 3143659 w 4890050"/>
                      <a:gd name="connsiteY396" fmla="*/ 467382 h 3834534"/>
                      <a:gd name="connsiteX397" fmla="*/ 3154191 w 4890050"/>
                      <a:gd name="connsiteY397" fmla="*/ 455974 h 3834534"/>
                      <a:gd name="connsiteX398" fmla="*/ 3392489 w 4890050"/>
                      <a:gd name="connsiteY398" fmla="*/ 455974 h 3834534"/>
                      <a:gd name="connsiteX399" fmla="*/ 3402877 w 4890050"/>
                      <a:gd name="connsiteY399" fmla="*/ 467229 h 3834534"/>
                      <a:gd name="connsiteX400" fmla="*/ 3402877 w 4890050"/>
                      <a:gd name="connsiteY400" fmla="*/ 561322 h 3834534"/>
                      <a:gd name="connsiteX401" fmla="*/ 3405432 w 4890050"/>
                      <a:gd name="connsiteY401" fmla="*/ 561322 h 3834534"/>
                      <a:gd name="connsiteX402" fmla="*/ 3405432 w 4890050"/>
                      <a:gd name="connsiteY402" fmla="*/ 467382 h 3834534"/>
                      <a:gd name="connsiteX403" fmla="*/ 3415964 w 4890050"/>
                      <a:gd name="connsiteY403" fmla="*/ 455974 h 3834534"/>
                      <a:gd name="connsiteX404" fmla="*/ 3654248 w 4890050"/>
                      <a:gd name="connsiteY404" fmla="*/ 455974 h 3834534"/>
                      <a:gd name="connsiteX405" fmla="*/ 3664630 w 4890050"/>
                      <a:gd name="connsiteY405" fmla="*/ 467222 h 3834534"/>
                      <a:gd name="connsiteX406" fmla="*/ 3664630 w 4890050"/>
                      <a:gd name="connsiteY406" fmla="*/ 561322 h 3834534"/>
                      <a:gd name="connsiteX407" fmla="*/ 3667188 w 4890050"/>
                      <a:gd name="connsiteY407" fmla="*/ 561322 h 3834534"/>
                      <a:gd name="connsiteX408" fmla="*/ 3667188 w 4890050"/>
                      <a:gd name="connsiteY408" fmla="*/ 467388 h 3834534"/>
                      <a:gd name="connsiteX409" fmla="*/ 3677723 w 4890050"/>
                      <a:gd name="connsiteY409" fmla="*/ 455974 h 3834534"/>
                      <a:gd name="connsiteX410" fmla="*/ 3916028 w 4890050"/>
                      <a:gd name="connsiteY410" fmla="*/ 455974 h 3834534"/>
                      <a:gd name="connsiteX411" fmla="*/ 3926418 w 4890050"/>
                      <a:gd name="connsiteY411" fmla="*/ 467229 h 3834534"/>
                      <a:gd name="connsiteX412" fmla="*/ 3926418 w 4890050"/>
                      <a:gd name="connsiteY412" fmla="*/ 561322 h 3834534"/>
                      <a:gd name="connsiteX413" fmla="*/ 3928977 w 4890050"/>
                      <a:gd name="connsiteY413" fmla="*/ 561322 h 3834534"/>
                      <a:gd name="connsiteX414" fmla="*/ 3928977 w 4890050"/>
                      <a:gd name="connsiteY414" fmla="*/ 467381 h 3834534"/>
                      <a:gd name="connsiteX415" fmla="*/ 3939498 w 4890050"/>
                      <a:gd name="connsiteY415" fmla="*/ 455974 h 3834534"/>
                      <a:gd name="connsiteX416" fmla="*/ 4177815 w 4890050"/>
                      <a:gd name="connsiteY416" fmla="*/ 455974 h 3834534"/>
                      <a:gd name="connsiteX417" fmla="*/ 4188170 w 4890050"/>
                      <a:gd name="connsiteY417" fmla="*/ 467193 h 3834534"/>
                      <a:gd name="connsiteX418" fmla="*/ 4188170 w 4890050"/>
                      <a:gd name="connsiteY418" fmla="*/ 561322 h 3834534"/>
                      <a:gd name="connsiteX419" fmla="*/ 4190725 w 4890050"/>
                      <a:gd name="connsiteY419" fmla="*/ 561322 h 3834534"/>
                      <a:gd name="connsiteX420" fmla="*/ 4190725 w 4890050"/>
                      <a:gd name="connsiteY420" fmla="*/ 467419 h 3834534"/>
                      <a:gd name="connsiteX421" fmla="*/ 4201292 w 4890050"/>
                      <a:gd name="connsiteY421" fmla="*/ 455974 h 3834534"/>
                      <a:gd name="connsiteX422" fmla="*/ 4439575 w 4890050"/>
                      <a:gd name="connsiteY422" fmla="*/ 455974 h 3834534"/>
                      <a:gd name="connsiteX423" fmla="*/ 4449923 w 4890050"/>
                      <a:gd name="connsiteY423" fmla="*/ 467187 h 3834534"/>
                      <a:gd name="connsiteX424" fmla="*/ 4449923 w 4890050"/>
                      <a:gd name="connsiteY424" fmla="*/ 561322 h 3834534"/>
                      <a:gd name="connsiteX425" fmla="*/ 4452505 w 4890050"/>
                      <a:gd name="connsiteY425" fmla="*/ 561322 h 3834534"/>
                      <a:gd name="connsiteX426" fmla="*/ 4452505 w 4890050"/>
                      <a:gd name="connsiteY426" fmla="*/ 467395 h 3834534"/>
                      <a:gd name="connsiteX427" fmla="*/ 4463047 w 4890050"/>
                      <a:gd name="connsiteY427" fmla="*/ 455974 h 3834534"/>
                      <a:gd name="connsiteX428" fmla="*/ 4701350 w 4890050"/>
                      <a:gd name="connsiteY428" fmla="*/ 455974 h 3834534"/>
                      <a:gd name="connsiteX429" fmla="*/ 4711706 w 4890050"/>
                      <a:gd name="connsiteY429" fmla="*/ 467193 h 3834534"/>
                      <a:gd name="connsiteX430" fmla="*/ 4711706 w 4890050"/>
                      <a:gd name="connsiteY430" fmla="*/ 561322 h 3834534"/>
                      <a:gd name="connsiteX431" fmla="*/ 4714289 w 4890050"/>
                      <a:gd name="connsiteY431" fmla="*/ 561322 h 3834534"/>
                      <a:gd name="connsiteX432" fmla="*/ 4714289 w 4890050"/>
                      <a:gd name="connsiteY432" fmla="*/ 467388 h 3834534"/>
                      <a:gd name="connsiteX433" fmla="*/ 4724825 w 4890050"/>
                      <a:gd name="connsiteY433" fmla="*/ 455974 h 3834534"/>
                      <a:gd name="connsiteX434" fmla="*/ 4890050 w 4890050"/>
                      <a:gd name="connsiteY434" fmla="*/ 455974 h 3834534"/>
                      <a:gd name="connsiteX435" fmla="*/ 4890044 w 4890050"/>
                      <a:gd name="connsiteY435" fmla="*/ 453190 h 3834534"/>
                      <a:gd name="connsiteX436" fmla="*/ 4724828 w 4890050"/>
                      <a:gd name="connsiteY436" fmla="*/ 453190 h 3834534"/>
                      <a:gd name="connsiteX437" fmla="*/ 4714285 w 4890050"/>
                      <a:gd name="connsiteY437" fmla="*/ 441769 h 3834534"/>
                      <a:gd name="connsiteX438" fmla="*/ 4714285 w 4890050"/>
                      <a:gd name="connsiteY438" fmla="*/ 183638 h 3834534"/>
                      <a:gd name="connsiteX439" fmla="*/ 4724821 w 4890050"/>
                      <a:gd name="connsiteY439" fmla="*/ 172224 h 3834534"/>
                      <a:gd name="connsiteX440" fmla="*/ 4889400 w 4890050"/>
                      <a:gd name="connsiteY440" fmla="*/ 172224 h 3834534"/>
                      <a:gd name="connsiteX441" fmla="*/ 4889394 w 4890050"/>
                      <a:gd name="connsiteY441" fmla="*/ 169441 h 3834534"/>
                      <a:gd name="connsiteX442" fmla="*/ 4724823 w 4890050"/>
                      <a:gd name="connsiteY442" fmla="*/ 169441 h 3834534"/>
                      <a:gd name="connsiteX443" fmla="*/ 4714281 w 4890050"/>
                      <a:gd name="connsiteY443" fmla="*/ 158018 h 3834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  <a:cxn ang="0">
                        <a:pos x="connsiteX370" y="connsiteY370"/>
                      </a:cxn>
                      <a:cxn ang="0">
                        <a:pos x="connsiteX371" y="connsiteY371"/>
                      </a:cxn>
                      <a:cxn ang="0">
                        <a:pos x="connsiteX372" y="connsiteY372"/>
                      </a:cxn>
                      <a:cxn ang="0">
                        <a:pos x="connsiteX373" y="connsiteY373"/>
                      </a:cxn>
                      <a:cxn ang="0">
                        <a:pos x="connsiteX374" y="connsiteY374"/>
                      </a:cxn>
                      <a:cxn ang="0">
                        <a:pos x="connsiteX375" y="connsiteY375"/>
                      </a:cxn>
                      <a:cxn ang="0">
                        <a:pos x="connsiteX376" y="connsiteY376"/>
                      </a:cxn>
                      <a:cxn ang="0">
                        <a:pos x="connsiteX377" y="connsiteY377"/>
                      </a:cxn>
                      <a:cxn ang="0">
                        <a:pos x="connsiteX378" y="connsiteY378"/>
                      </a:cxn>
                      <a:cxn ang="0">
                        <a:pos x="connsiteX379" y="connsiteY379"/>
                      </a:cxn>
                      <a:cxn ang="0">
                        <a:pos x="connsiteX380" y="connsiteY380"/>
                      </a:cxn>
                      <a:cxn ang="0">
                        <a:pos x="connsiteX381" y="connsiteY381"/>
                      </a:cxn>
                      <a:cxn ang="0">
                        <a:pos x="connsiteX382" y="connsiteY382"/>
                      </a:cxn>
                      <a:cxn ang="0">
                        <a:pos x="connsiteX383" y="connsiteY383"/>
                      </a:cxn>
                      <a:cxn ang="0">
                        <a:pos x="connsiteX384" y="connsiteY384"/>
                      </a:cxn>
                      <a:cxn ang="0">
                        <a:pos x="connsiteX385" y="connsiteY385"/>
                      </a:cxn>
                      <a:cxn ang="0">
                        <a:pos x="connsiteX386" y="connsiteY386"/>
                      </a:cxn>
                      <a:cxn ang="0">
                        <a:pos x="connsiteX387" y="connsiteY387"/>
                      </a:cxn>
                      <a:cxn ang="0">
                        <a:pos x="connsiteX388" y="connsiteY388"/>
                      </a:cxn>
                      <a:cxn ang="0">
                        <a:pos x="connsiteX389" y="connsiteY389"/>
                      </a:cxn>
                      <a:cxn ang="0">
                        <a:pos x="connsiteX390" y="connsiteY390"/>
                      </a:cxn>
                      <a:cxn ang="0">
                        <a:pos x="connsiteX391" y="connsiteY391"/>
                      </a:cxn>
                      <a:cxn ang="0">
                        <a:pos x="connsiteX392" y="connsiteY392"/>
                      </a:cxn>
                      <a:cxn ang="0">
                        <a:pos x="connsiteX393" y="connsiteY393"/>
                      </a:cxn>
                      <a:cxn ang="0">
                        <a:pos x="connsiteX394" y="connsiteY394"/>
                      </a:cxn>
                      <a:cxn ang="0">
                        <a:pos x="connsiteX395" y="connsiteY395"/>
                      </a:cxn>
                      <a:cxn ang="0">
                        <a:pos x="connsiteX396" y="connsiteY396"/>
                      </a:cxn>
                      <a:cxn ang="0">
                        <a:pos x="connsiteX397" y="connsiteY397"/>
                      </a:cxn>
                      <a:cxn ang="0">
                        <a:pos x="connsiteX398" y="connsiteY398"/>
                      </a:cxn>
                      <a:cxn ang="0">
                        <a:pos x="connsiteX399" y="connsiteY399"/>
                      </a:cxn>
                      <a:cxn ang="0">
                        <a:pos x="connsiteX400" y="connsiteY400"/>
                      </a:cxn>
                      <a:cxn ang="0">
                        <a:pos x="connsiteX401" y="connsiteY401"/>
                      </a:cxn>
                      <a:cxn ang="0">
                        <a:pos x="connsiteX402" y="connsiteY402"/>
                      </a:cxn>
                      <a:cxn ang="0">
                        <a:pos x="connsiteX403" y="connsiteY403"/>
                      </a:cxn>
                      <a:cxn ang="0">
                        <a:pos x="connsiteX404" y="connsiteY404"/>
                      </a:cxn>
                      <a:cxn ang="0">
                        <a:pos x="connsiteX405" y="connsiteY405"/>
                      </a:cxn>
                      <a:cxn ang="0">
                        <a:pos x="connsiteX406" y="connsiteY406"/>
                      </a:cxn>
                      <a:cxn ang="0">
                        <a:pos x="connsiteX407" y="connsiteY407"/>
                      </a:cxn>
                      <a:cxn ang="0">
                        <a:pos x="connsiteX408" y="connsiteY408"/>
                      </a:cxn>
                      <a:cxn ang="0">
                        <a:pos x="connsiteX409" y="connsiteY409"/>
                      </a:cxn>
                      <a:cxn ang="0">
                        <a:pos x="connsiteX410" y="connsiteY410"/>
                      </a:cxn>
                      <a:cxn ang="0">
                        <a:pos x="connsiteX411" y="connsiteY411"/>
                      </a:cxn>
                      <a:cxn ang="0">
                        <a:pos x="connsiteX412" y="connsiteY412"/>
                      </a:cxn>
                      <a:cxn ang="0">
                        <a:pos x="connsiteX413" y="connsiteY413"/>
                      </a:cxn>
                      <a:cxn ang="0">
                        <a:pos x="connsiteX414" y="connsiteY414"/>
                      </a:cxn>
                      <a:cxn ang="0">
                        <a:pos x="connsiteX415" y="connsiteY415"/>
                      </a:cxn>
                      <a:cxn ang="0">
                        <a:pos x="connsiteX416" y="connsiteY416"/>
                      </a:cxn>
                      <a:cxn ang="0">
                        <a:pos x="connsiteX417" y="connsiteY417"/>
                      </a:cxn>
                      <a:cxn ang="0">
                        <a:pos x="connsiteX418" y="connsiteY418"/>
                      </a:cxn>
                      <a:cxn ang="0">
                        <a:pos x="connsiteX419" y="connsiteY419"/>
                      </a:cxn>
                      <a:cxn ang="0">
                        <a:pos x="connsiteX420" y="connsiteY420"/>
                      </a:cxn>
                      <a:cxn ang="0">
                        <a:pos x="connsiteX421" y="connsiteY421"/>
                      </a:cxn>
                      <a:cxn ang="0">
                        <a:pos x="connsiteX422" y="connsiteY422"/>
                      </a:cxn>
                      <a:cxn ang="0">
                        <a:pos x="connsiteX423" y="connsiteY423"/>
                      </a:cxn>
                      <a:cxn ang="0">
                        <a:pos x="connsiteX424" y="connsiteY424"/>
                      </a:cxn>
                      <a:cxn ang="0">
                        <a:pos x="connsiteX425" y="connsiteY425"/>
                      </a:cxn>
                      <a:cxn ang="0">
                        <a:pos x="connsiteX426" y="connsiteY426"/>
                      </a:cxn>
                      <a:cxn ang="0">
                        <a:pos x="connsiteX427" y="connsiteY427"/>
                      </a:cxn>
                      <a:cxn ang="0">
                        <a:pos x="connsiteX428" y="connsiteY428"/>
                      </a:cxn>
                      <a:cxn ang="0">
                        <a:pos x="connsiteX429" y="connsiteY429"/>
                      </a:cxn>
                      <a:cxn ang="0">
                        <a:pos x="connsiteX430" y="connsiteY430"/>
                      </a:cxn>
                      <a:cxn ang="0">
                        <a:pos x="connsiteX431" y="connsiteY431"/>
                      </a:cxn>
                      <a:cxn ang="0">
                        <a:pos x="connsiteX432" y="connsiteY432"/>
                      </a:cxn>
                      <a:cxn ang="0">
                        <a:pos x="connsiteX433" y="connsiteY433"/>
                      </a:cxn>
                      <a:cxn ang="0">
                        <a:pos x="connsiteX434" y="connsiteY434"/>
                      </a:cxn>
                      <a:cxn ang="0">
                        <a:pos x="connsiteX435" y="connsiteY435"/>
                      </a:cxn>
                      <a:cxn ang="0">
                        <a:pos x="connsiteX436" y="connsiteY436"/>
                      </a:cxn>
                      <a:cxn ang="0">
                        <a:pos x="connsiteX437" y="connsiteY437"/>
                      </a:cxn>
                      <a:cxn ang="0">
                        <a:pos x="connsiteX438" y="connsiteY438"/>
                      </a:cxn>
                      <a:cxn ang="0">
                        <a:pos x="connsiteX439" y="connsiteY439"/>
                      </a:cxn>
                      <a:cxn ang="0">
                        <a:pos x="connsiteX440" y="connsiteY440"/>
                      </a:cxn>
                      <a:cxn ang="0">
                        <a:pos x="connsiteX441" y="connsiteY441"/>
                      </a:cxn>
                      <a:cxn ang="0">
                        <a:pos x="connsiteX442" y="connsiteY442"/>
                      </a:cxn>
                      <a:cxn ang="0">
                        <a:pos x="connsiteX443" y="connsiteY443"/>
                      </a:cxn>
                    </a:cxnLst>
                    <a:rect l="l" t="t" r="r" b="b"/>
                    <a:pathLst>
                      <a:path w="4890050" h="3834534">
                        <a:moveTo>
                          <a:pt x="2554" y="3594082"/>
                        </a:moveTo>
                        <a:lnTo>
                          <a:pt x="0" y="3594082"/>
                        </a:lnTo>
                        <a:lnTo>
                          <a:pt x="0" y="3812622"/>
                        </a:lnTo>
                        <a:lnTo>
                          <a:pt x="2554" y="3815261"/>
                        </a:lnTo>
                        <a:close/>
                        <a:moveTo>
                          <a:pt x="264349" y="3594082"/>
                        </a:moveTo>
                        <a:lnTo>
                          <a:pt x="261767" y="3594082"/>
                        </a:lnTo>
                        <a:lnTo>
                          <a:pt x="261767" y="3834534"/>
                        </a:lnTo>
                        <a:lnTo>
                          <a:pt x="264349" y="3834534"/>
                        </a:lnTo>
                        <a:close/>
                        <a:moveTo>
                          <a:pt x="526116" y="3594082"/>
                        </a:moveTo>
                        <a:lnTo>
                          <a:pt x="523535" y="3594082"/>
                        </a:lnTo>
                        <a:lnTo>
                          <a:pt x="523535" y="3834534"/>
                        </a:lnTo>
                        <a:lnTo>
                          <a:pt x="526116" y="3834534"/>
                        </a:lnTo>
                        <a:close/>
                        <a:moveTo>
                          <a:pt x="787885" y="3594082"/>
                        </a:moveTo>
                        <a:lnTo>
                          <a:pt x="785301" y="3594082"/>
                        </a:lnTo>
                        <a:lnTo>
                          <a:pt x="785301" y="3834534"/>
                        </a:lnTo>
                        <a:lnTo>
                          <a:pt x="787885" y="3834534"/>
                        </a:lnTo>
                        <a:close/>
                        <a:moveTo>
                          <a:pt x="1049590" y="3594082"/>
                        </a:moveTo>
                        <a:lnTo>
                          <a:pt x="1047010" y="3594082"/>
                        </a:lnTo>
                        <a:lnTo>
                          <a:pt x="1047010" y="3834534"/>
                        </a:lnTo>
                        <a:lnTo>
                          <a:pt x="1049590" y="3834534"/>
                        </a:lnTo>
                        <a:close/>
                        <a:moveTo>
                          <a:pt x="1311348" y="3594082"/>
                        </a:moveTo>
                        <a:lnTo>
                          <a:pt x="1308753" y="3594082"/>
                        </a:lnTo>
                        <a:lnTo>
                          <a:pt x="1308753" y="3834534"/>
                        </a:lnTo>
                        <a:lnTo>
                          <a:pt x="1311348" y="3834534"/>
                        </a:lnTo>
                        <a:close/>
                        <a:moveTo>
                          <a:pt x="1573093" y="3594082"/>
                        </a:moveTo>
                        <a:lnTo>
                          <a:pt x="1570535" y="3594082"/>
                        </a:lnTo>
                        <a:lnTo>
                          <a:pt x="1570535" y="3834534"/>
                        </a:lnTo>
                        <a:lnTo>
                          <a:pt x="1573093" y="3834534"/>
                        </a:lnTo>
                        <a:close/>
                        <a:moveTo>
                          <a:pt x="1834875" y="3594082"/>
                        </a:moveTo>
                        <a:lnTo>
                          <a:pt x="1832295" y="3594082"/>
                        </a:lnTo>
                        <a:lnTo>
                          <a:pt x="1832295" y="3834534"/>
                        </a:lnTo>
                        <a:lnTo>
                          <a:pt x="1834875" y="3834534"/>
                        </a:lnTo>
                        <a:close/>
                        <a:moveTo>
                          <a:pt x="2096628" y="3594082"/>
                        </a:moveTo>
                        <a:lnTo>
                          <a:pt x="2094066" y="3594082"/>
                        </a:lnTo>
                        <a:lnTo>
                          <a:pt x="2094066" y="3834534"/>
                        </a:lnTo>
                        <a:lnTo>
                          <a:pt x="2096628" y="3834534"/>
                        </a:lnTo>
                        <a:close/>
                        <a:moveTo>
                          <a:pt x="2358398" y="3594082"/>
                        </a:moveTo>
                        <a:lnTo>
                          <a:pt x="2355809" y="3594082"/>
                        </a:lnTo>
                        <a:lnTo>
                          <a:pt x="2355809" y="3834534"/>
                        </a:lnTo>
                        <a:lnTo>
                          <a:pt x="2358398" y="3834534"/>
                        </a:lnTo>
                        <a:close/>
                        <a:moveTo>
                          <a:pt x="2620142" y="3594082"/>
                        </a:moveTo>
                        <a:lnTo>
                          <a:pt x="2617581" y="3594082"/>
                        </a:lnTo>
                        <a:lnTo>
                          <a:pt x="2617581" y="3834534"/>
                        </a:lnTo>
                        <a:lnTo>
                          <a:pt x="2620142" y="3834534"/>
                        </a:lnTo>
                        <a:close/>
                        <a:moveTo>
                          <a:pt x="2881944" y="3594082"/>
                        </a:moveTo>
                        <a:lnTo>
                          <a:pt x="2879358" y="3594082"/>
                        </a:lnTo>
                        <a:lnTo>
                          <a:pt x="2879358" y="3834534"/>
                        </a:lnTo>
                        <a:lnTo>
                          <a:pt x="2881944" y="3834534"/>
                        </a:lnTo>
                        <a:close/>
                        <a:moveTo>
                          <a:pt x="3143708" y="3594082"/>
                        </a:moveTo>
                        <a:lnTo>
                          <a:pt x="3141127" y="3594082"/>
                        </a:lnTo>
                        <a:lnTo>
                          <a:pt x="3141127" y="3834534"/>
                        </a:lnTo>
                        <a:lnTo>
                          <a:pt x="3143708" y="3834534"/>
                        </a:lnTo>
                        <a:close/>
                        <a:moveTo>
                          <a:pt x="3405484" y="3594082"/>
                        </a:moveTo>
                        <a:lnTo>
                          <a:pt x="3402928" y="3594082"/>
                        </a:lnTo>
                        <a:lnTo>
                          <a:pt x="3402928" y="3834534"/>
                        </a:lnTo>
                        <a:lnTo>
                          <a:pt x="3405484" y="3834534"/>
                        </a:lnTo>
                        <a:close/>
                        <a:moveTo>
                          <a:pt x="3667243" y="3594082"/>
                        </a:moveTo>
                        <a:lnTo>
                          <a:pt x="3664686" y="3594082"/>
                        </a:lnTo>
                        <a:lnTo>
                          <a:pt x="3664686" y="3834534"/>
                        </a:lnTo>
                        <a:lnTo>
                          <a:pt x="3667243" y="3834534"/>
                        </a:lnTo>
                        <a:close/>
                        <a:moveTo>
                          <a:pt x="3929027" y="3594082"/>
                        </a:moveTo>
                        <a:lnTo>
                          <a:pt x="3926471" y="3594082"/>
                        </a:lnTo>
                        <a:lnTo>
                          <a:pt x="3926471" y="3834534"/>
                        </a:lnTo>
                        <a:lnTo>
                          <a:pt x="3929027" y="3834534"/>
                        </a:lnTo>
                        <a:close/>
                        <a:moveTo>
                          <a:pt x="4190780" y="3594082"/>
                        </a:moveTo>
                        <a:lnTo>
                          <a:pt x="4188225" y="3594082"/>
                        </a:lnTo>
                        <a:lnTo>
                          <a:pt x="4188225" y="3834534"/>
                        </a:lnTo>
                        <a:lnTo>
                          <a:pt x="4190780" y="3834534"/>
                        </a:lnTo>
                        <a:close/>
                        <a:moveTo>
                          <a:pt x="4452565" y="3594082"/>
                        </a:moveTo>
                        <a:lnTo>
                          <a:pt x="4449982" y="3594082"/>
                        </a:lnTo>
                        <a:lnTo>
                          <a:pt x="4449982" y="3834534"/>
                        </a:lnTo>
                        <a:lnTo>
                          <a:pt x="4452565" y="3834534"/>
                        </a:lnTo>
                        <a:close/>
                        <a:moveTo>
                          <a:pt x="4714343" y="3594082"/>
                        </a:moveTo>
                        <a:lnTo>
                          <a:pt x="4711762" y="3594082"/>
                        </a:lnTo>
                        <a:lnTo>
                          <a:pt x="4711762" y="3834534"/>
                        </a:lnTo>
                        <a:lnTo>
                          <a:pt x="4714343" y="3834534"/>
                        </a:lnTo>
                        <a:close/>
                        <a:moveTo>
                          <a:pt x="513088" y="172224"/>
                        </a:moveTo>
                        <a:lnTo>
                          <a:pt x="523535" y="183543"/>
                        </a:lnTo>
                        <a:lnTo>
                          <a:pt x="523535" y="441871"/>
                        </a:lnTo>
                        <a:lnTo>
                          <a:pt x="513085" y="453190"/>
                        </a:lnTo>
                        <a:lnTo>
                          <a:pt x="274770" y="453190"/>
                        </a:lnTo>
                        <a:lnTo>
                          <a:pt x="264349" y="441901"/>
                        </a:lnTo>
                        <a:lnTo>
                          <a:pt x="264349" y="183513"/>
                        </a:lnTo>
                        <a:lnTo>
                          <a:pt x="274766" y="172224"/>
                        </a:lnTo>
                        <a:close/>
                        <a:moveTo>
                          <a:pt x="774855" y="172224"/>
                        </a:moveTo>
                        <a:lnTo>
                          <a:pt x="785301" y="183543"/>
                        </a:lnTo>
                        <a:lnTo>
                          <a:pt x="785301" y="441871"/>
                        </a:lnTo>
                        <a:lnTo>
                          <a:pt x="774853" y="453190"/>
                        </a:lnTo>
                        <a:lnTo>
                          <a:pt x="536566" y="453190"/>
                        </a:lnTo>
                        <a:lnTo>
                          <a:pt x="526116" y="441871"/>
                        </a:lnTo>
                        <a:lnTo>
                          <a:pt x="526116" y="183543"/>
                        </a:lnTo>
                        <a:lnTo>
                          <a:pt x="536563" y="172224"/>
                        </a:lnTo>
                        <a:close/>
                        <a:moveTo>
                          <a:pt x="1036571" y="172224"/>
                        </a:moveTo>
                        <a:lnTo>
                          <a:pt x="1046976" y="183492"/>
                        </a:lnTo>
                        <a:lnTo>
                          <a:pt x="1046976" y="441923"/>
                        </a:lnTo>
                        <a:lnTo>
                          <a:pt x="1036571" y="453190"/>
                        </a:lnTo>
                        <a:lnTo>
                          <a:pt x="798334" y="453190"/>
                        </a:lnTo>
                        <a:lnTo>
                          <a:pt x="787885" y="441871"/>
                        </a:lnTo>
                        <a:lnTo>
                          <a:pt x="787885" y="183543"/>
                        </a:lnTo>
                        <a:lnTo>
                          <a:pt x="798331" y="172224"/>
                        </a:lnTo>
                        <a:close/>
                        <a:moveTo>
                          <a:pt x="1298334" y="172224"/>
                        </a:moveTo>
                        <a:lnTo>
                          <a:pt x="1308718" y="183475"/>
                        </a:lnTo>
                        <a:lnTo>
                          <a:pt x="1308718" y="441939"/>
                        </a:lnTo>
                        <a:lnTo>
                          <a:pt x="1298334" y="453190"/>
                        </a:lnTo>
                        <a:lnTo>
                          <a:pt x="1060055" y="453190"/>
                        </a:lnTo>
                        <a:lnTo>
                          <a:pt x="1049562" y="441815"/>
                        </a:lnTo>
                        <a:lnTo>
                          <a:pt x="1049562" y="183595"/>
                        </a:lnTo>
                        <a:lnTo>
                          <a:pt x="1060055" y="172224"/>
                        </a:lnTo>
                        <a:close/>
                        <a:moveTo>
                          <a:pt x="1560089" y="172224"/>
                        </a:moveTo>
                        <a:lnTo>
                          <a:pt x="1570486" y="183490"/>
                        </a:lnTo>
                        <a:lnTo>
                          <a:pt x="1570486" y="441927"/>
                        </a:lnTo>
                        <a:lnTo>
                          <a:pt x="1560090" y="453190"/>
                        </a:lnTo>
                        <a:lnTo>
                          <a:pt x="1321801" y="453190"/>
                        </a:lnTo>
                        <a:lnTo>
                          <a:pt x="1311306" y="441799"/>
                        </a:lnTo>
                        <a:lnTo>
                          <a:pt x="1311306" y="183605"/>
                        </a:lnTo>
                        <a:lnTo>
                          <a:pt x="1321801" y="172224"/>
                        </a:lnTo>
                        <a:close/>
                        <a:moveTo>
                          <a:pt x="1821850" y="172224"/>
                        </a:moveTo>
                        <a:lnTo>
                          <a:pt x="1832238" y="183484"/>
                        </a:lnTo>
                        <a:lnTo>
                          <a:pt x="1832238" y="441935"/>
                        </a:lnTo>
                        <a:lnTo>
                          <a:pt x="1821850" y="453190"/>
                        </a:lnTo>
                        <a:lnTo>
                          <a:pt x="1583567" y="453190"/>
                        </a:lnTo>
                        <a:lnTo>
                          <a:pt x="1573041" y="441784"/>
                        </a:lnTo>
                        <a:lnTo>
                          <a:pt x="1573041" y="183625"/>
                        </a:lnTo>
                        <a:lnTo>
                          <a:pt x="1583564" y="172224"/>
                        </a:lnTo>
                        <a:close/>
                        <a:moveTo>
                          <a:pt x="2083625" y="172224"/>
                        </a:moveTo>
                        <a:lnTo>
                          <a:pt x="2094018" y="183490"/>
                        </a:lnTo>
                        <a:lnTo>
                          <a:pt x="2094018" y="441927"/>
                        </a:lnTo>
                        <a:lnTo>
                          <a:pt x="2083625" y="453190"/>
                        </a:lnTo>
                        <a:lnTo>
                          <a:pt x="1845327" y="453190"/>
                        </a:lnTo>
                        <a:lnTo>
                          <a:pt x="1834821" y="441806"/>
                        </a:lnTo>
                        <a:lnTo>
                          <a:pt x="1834821" y="183601"/>
                        </a:lnTo>
                        <a:lnTo>
                          <a:pt x="1845318" y="172224"/>
                        </a:lnTo>
                        <a:close/>
                        <a:moveTo>
                          <a:pt x="2345401" y="172224"/>
                        </a:moveTo>
                        <a:lnTo>
                          <a:pt x="2355746" y="183448"/>
                        </a:lnTo>
                        <a:lnTo>
                          <a:pt x="2355746" y="441971"/>
                        </a:lnTo>
                        <a:lnTo>
                          <a:pt x="2345405" y="453190"/>
                        </a:lnTo>
                        <a:lnTo>
                          <a:pt x="2107106" y="453190"/>
                        </a:lnTo>
                        <a:lnTo>
                          <a:pt x="2096579" y="441785"/>
                        </a:lnTo>
                        <a:lnTo>
                          <a:pt x="2096579" y="183625"/>
                        </a:lnTo>
                        <a:lnTo>
                          <a:pt x="2107099" y="172224"/>
                        </a:lnTo>
                        <a:close/>
                        <a:moveTo>
                          <a:pt x="2607169" y="172224"/>
                        </a:moveTo>
                        <a:lnTo>
                          <a:pt x="2617526" y="183446"/>
                        </a:lnTo>
                        <a:lnTo>
                          <a:pt x="2617526" y="441971"/>
                        </a:lnTo>
                        <a:lnTo>
                          <a:pt x="2607171" y="453190"/>
                        </a:lnTo>
                        <a:lnTo>
                          <a:pt x="2368891" y="453190"/>
                        </a:lnTo>
                        <a:lnTo>
                          <a:pt x="2358338" y="441766"/>
                        </a:lnTo>
                        <a:lnTo>
                          <a:pt x="2358338" y="183641"/>
                        </a:lnTo>
                        <a:lnTo>
                          <a:pt x="2368877" y="172224"/>
                        </a:lnTo>
                        <a:close/>
                        <a:moveTo>
                          <a:pt x="2868938" y="172224"/>
                        </a:moveTo>
                        <a:lnTo>
                          <a:pt x="2879302" y="183452"/>
                        </a:lnTo>
                        <a:lnTo>
                          <a:pt x="2879302" y="441970"/>
                        </a:lnTo>
                        <a:lnTo>
                          <a:pt x="2868944" y="453190"/>
                        </a:lnTo>
                        <a:lnTo>
                          <a:pt x="2630653" y="453190"/>
                        </a:lnTo>
                        <a:lnTo>
                          <a:pt x="2620086" y="441742"/>
                        </a:lnTo>
                        <a:lnTo>
                          <a:pt x="2620086" y="183665"/>
                        </a:lnTo>
                        <a:lnTo>
                          <a:pt x="2630646" y="172224"/>
                        </a:lnTo>
                        <a:close/>
                        <a:moveTo>
                          <a:pt x="3130709" y="172224"/>
                        </a:moveTo>
                        <a:lnTo>
                          <a:pt x="3141069" y="183450"/>
                        </a:lnTo>
                        <a:lnTo>
                          <a:pt x="3141069" y="441970"/>
                        </a:lnTo>
                        <a:lnTo>
                          <a:pt x="3130712" y="453190"/>
                        </a:lnTo>
                        <a:lnTo>
                          <a:pt x="2892423" y="453190"/>
                        </a:lnTo>
                        <a:lnTo>
                          <a:pt x="2881885" y="441774"/>
                        </a:lnTo>
                        <a:lnTo>
                          <a:pt x="2881885" y="183635"/>
                        </a:lnTo>
                        <a:lnTo>
                          <a:pt x="2892415" y="172224"/>
                        </a:lnTo>
                        <a:close/>
                        <a:moveTo>
                          <a:pt x="3392484" y="172224"/>
                        </a:moveTo>
                        <a:lnTo>
                          <a:pt x="3402872" y="183478"/>
                        </a:lnTo>
                        <a:lnTo>
                          <a:pt x="3402872" y="441939"/>
                        </a:lnTo>
                        <a:lnTo>
                          <a:pt x="3392485" y="453190"/>
                        </a:lnTo>
                        <a:lnTo>
                          <a:pt x="3154195" y="453190"/>
                        </a:lnTo>
                        <a:lnTo>
                          <a:pt x="3143653" y="441773"/>
                        </a:lnTo>
                        <a:lnTo>
                          <a:pt x="3143653" y="183635"/>
                        </a:lnTo>
                        <a:lnTo>
                          <a:pt x="3154186" y="172224"/>
                        </a:lnTo>
                        <a:close/>
                        <a:moveTo>
                          <a:pt x="3654243" y="172224"/>
                        </a:moveTo>
                        <a:lnTo>
                          <a:pt x="3664627" y="183475"/>
                        </a:lnTo>
                        <a:lnTo>
                          <a:pt x="3664627" y="441944"/>
                        </a:lnTo>
                        <a:lnTo>
                          <a:pt x="3654247" y="453190"/>
                        </a:lnTo>
                        <a:lnTo>
                          <a:pt x="3415967" y="453190"/>
                        </a:lnTo>
                        <a:lnTo>
                          <a:pt x="3405428" y="441773"/>
                        </a:lnTo>
                        <a:lnTo>
                          <a:pt x="3405428" y="183635"/>
                        </a:lnTo>
                        <a:lnTo>
                          <a:pt x="3415961" y="172224"/>
                        </a:lnTo>
                        <a:close/>
                        <a:moveTo>
                          <a:pt x="3916023" y="172224"/>
                        </a:moveTo>
                        <a:lnTo>
                          <a:pt x="3926415" y="183477"/>
                        </a:lnTo>
                        <a:lnTo>
                          <a:pt x="3926415" y="441939"/>
                        </a:lnTo>
                        <a:lnTo>
                          <a:pt x="3916025" y="453190"/>
                        </a:lnTo>
                        <a:lnTo>
                          <a:pt x="3677728" y="453190"/>
                        </a:lnTo>
                        <a:lnTo>
                          <a:pt x="3667182" y="441767"/>
                        </a:lnTo>
                        <a:lnTo>
                          <a:pt x="3667182" y="183640"/>
                        </a:lnTo>
                        <a:lnTo>
                          <a:pt x="3677720" y="172224"/>
                        </a:lnTo>
                        <a:close/>
                        <a:moveTo>
                          <a:pt x="4177811" y="172224"/>
                        </a:moveTo>
                        <a:lnTo>
                          <a:pt x="4188164" y="183446"/>
                        </a:lnTo>
                        <a:lnTo>
                          <a:pt x="4188164" y="441971"/>
                        </a:lnTo>
                        <a:lnTo>
                          <a:pt x="4177811" y="453190"/>
                        </a:lnTo>
                        <a:lnTo>
                          <a:pt x="3939502" y="453190"/>
                        </a:lnTo>
                        <a:lnTo>
                          <a:pt x="3928974" y="441776"/>
                        </a:lnTo>
                        <a:lnTo>
                          <a:pt x="3928974" y="183634"/>
                        </a:lnTo>
                        <a:lnTo>
                          <a:pt x="3939494" y="172224"/>
                        </a:lnTo>
                        <a:close/>
                        <a:moveTo>
                          <a:pt x="4439569" y="172224"/>
                        </a:moveTo>
                        <a:lnTo>
                          <a:pt x="4449916" y="183437"/>
                        </a:lnTo>
                        <a:lnTo>
                          <a:pt x="4449916" y="441981"/>
                        </a:lnTo>
                        <a:lnTo>
                          <a:pt x="4439571" y="453190"/>
                        </a:lnTo>
                        <a:lnTo>
                          <a:pt x="4201294" y="453190"/>
                        </a:lnTo>
                        <a:lnTo>
                          <a:pt x="4190720" y="441738"/>
                        </a:lnTo>
                        <a:lnTo>
                          <a:pt x="4190720" y="183670"/>
                        </a:lnTo>
                        <a:lnTo>
                          <a:pt x="4201287" y="172224"/>
                        </a:lnTo>
                        <a:close/>
                        <a:moveTo>
                          <a:pt x="4701344" y="172224"/>
                        </a:moveTo>
                        <a:lnTo>
                          <a:pt x="4711701" y="183446"/>
                        </a:lnTo>
                        <a:lnTo>
                          <a:pt x="4711701" y="441971"/>
                        </a:lnTo>
                        <a:lnTo>
                          <a:pt x="4701345" y="453190"/>
                        </a:lnTo>
                        <a:lnTo>
                          <a:pt x="4463050" y="453190"/>
                        </a:lnTo>
                        <a:lnTo>
                          <a:pt x="4452500" y="441759"/>
                        </a:lnTo>
                        <a:lnTo>
                          <a:pt x="4452500" y="183648"/>
                        </a:lnTo>
                        <a:lnTo>
                          <a:pt x="4463042" y="172224"/>
                        </a:lnTo>
                        <a:close/>
                        <a:moveTo>
                          <a:pt x="4714281" y="0"/>
                        </a:moveTo>
                        <a:lnTo>
                          <a:pt x="4711697" y="0"/>
                        </a:lnTo>
                        <a:lnTo>
                          <a:pt x="4711697" y="158224"/>
                        </a:lnTo>
                        <a:lnTo>
                          <a:pt x="4701343" y="169441"/>
                        </a:lnTo>
                        <a:lnTo>
                          <a:pt x="4463044" y="169441"/>
                        </a:lnTo>
                        <a:lnTo>
                          <a:pt x="4452494" y="158012"/>
                        </a:lnTo>
                        <a:lnTo>
                          <a:pt x="4452494" y="0"/>
                        </a:lnTo>
                        <a:lnTo>
                          <a:pt x="4449913" y="0"/>
                        </a:lnTo>
                        <a:lnTo>
                          <a:pt x="4449913" y="158231"/>
                        </a:lnTo>
                        <a:lnTo>
                          <a:pt x="4439567" y="169441"/>
                        </a:lnTo>
                        <a:lnTo>
                          <a:pt x="4201291" y="169441"/>
                        </a:lnTo>
                        <a:lnTo>
                          <a:pt x="4190714" y="157990"/>
                        </a:lnTo>
                        <a:lnTo>
                          <a:pt x="4190714" y="0"/>
                        </a:lnTo>
                        <a:lnTo>
                          <a:pt x="4188161" y="0"/>
                        </a:lnTo>
                        <a:lnTo>
                          <a:pt x="4188161" y="158224"/>
                        </a:lnTo>
                        <a:lnTo>
                          <a:pt x="4177809" y="169441"/>
                        </a:lnTo>
                        <a:lnTo>
                          <a:pt x="3939494" y="169441"/>
                        </a:lnTo>
                        <a:lnTo>
                          <a:pt x="3928969" y="158026"/>
                        </a:lnTo>
                        <a:lnTo>
                          <a:pt x="3928969" y="0"/>
                        </a:lnTo>
                        <a:lnTo>
                          <a:pt x="3926409" y="0"/>
                        </a:lnTo>
                        <a:lnTo>
                          <a:pt x="3926409" y="158192"/>
                        </a:lnTo>
                        <a:lnTo>
                          <a:pt x="3916022" y="169441"/>
                        </a:lnTo>
                        <a:lnTo>
                          <a:pt x="3677720" y="169441"/>
                        </a:lnTo>
                        <a:lnTo>
                          <a:pt x="3667179" y="158018"/>
                        </a:lnTo>
                        <a:lnTo>
                          <a:pt x="3667179" y="0"/>
                        </a:lnTo>
                        <a:lnTo>
                          <a:pt x="3664622" y="0"/>
                        </a:lnTo>
                        <a:lnTo>
                          <a:pt x="3664622" y="158195"/>
                        </a:lnTo>
                        <a:lnTo>
                          <a:pt x="3654242" y="169441"/>
                        </a:lnTo>
                        <a:lnTo>
                          <a:pt x="3415962" y="169441"/>
                        </a:lnTo>
                        <a:lnTo>
                          <a:pt x="3405422" y="158025"/>
                        </a:lnTo>
                        <a:lnTo>
                          <a:pt x="3405422" y="0"/>
                        </a:lnTo>
                        <a:lnTo>
                          <a:pt x="3402867" y="0"/>
                        </a:lnTo>
                        <a:lnTo>
                          <a:pt x="3402867" y="158192"/>
                        </a:lnTo>
                        <a:lnTo>
                          <a:pt x="3392481" y="169441"/>
                        </a:lnTo>
                        <a:lnTo>
                          <a:pt x="3154187" y="169441"/>
                        </a:lnTo>
                        <a:lnTo>
                          <a:pt x="3143648" y="158025"/>
                        </a:lnTo>
                        <a:lnTo>
                          <a:pt x="3143648" y="0"/>
                        </a:lnTo>
                        <a:lnTo>
                          <a:pt x="3141066" y="0"/>
                        </a:lnTo>
                        <a:lnTo>
                          <a:pt x="3141066" y="158217"/>
                        </a:lnTo>
                        <a:lnTo>
                          <a:pt x="3130707" y="169441"/>
                        </a:lnTo>
                        <a:lnTo>
                          <a:pt x="2892418" y="169441"/>
                        </a:lnTo>
                        <a:lnTo>
                          <a:pt x="2881884" y="158027"/>
                        </a:lnTo>
                        <a:lnTo>
                          <a:pt x="2881884" y="0"/>
                        </a:lnTo>
                        <a:lnTo>
                          <a:pt x="2879296" y="0"/>
                        </a:lnTo>
                        <a:lnTo>
                          <a:pt x="2879296" y="158219"/>
                        </a:lnTo>
                        <a:lnTo>
                          <a:pt x="2868932" y="169441"/>
                        </a:lnTo>
                        <a:lnTo>
                          <a:pt x="2630646" y="169441"/>
                        </a:lnTo>
                        <a:lnTo>
                          <a:pt x="2620081" y="157993"/>
                        </a:lnTo>
                        <a:lnTo>
                          <a:pt x="2620081" y="0"/>
                        </a:lnTo>
                        <a:lnTo>
                          <a:pt x="2617520" y="0"/>
                        </a:lnTo>
                        <a:lnTo>
                          <a:pt x="2617520" y="158224"/>
                        </a:lnTo>
                        <a:lnTo>
                          <a:pt x="2607169" y="169441"/>
                        </a:lnTo>
                        <a:lnTo>
                          <a:pt x="2368886" y="169441"/>
                        </a:lnTo>
                        <a:lnTo>
                          <a:pt x="2358329" y="158018"/>
                        </a:lnTo>
                        <a:lnTo>
                          <a:pt x="2358329" y="0"/>
                        </a:lnTo>
                        <a:lnTo>
                          <a:pt x="2355744" y="0"/>
                        </a:lnTo>
                        <a:lnTo>
                          <a:pt x="2355744" y="158222"/>
                        </a:lnTo>
                        <a:lnTo>
                          <a:pt x="2345401" y="169441"/>
                        </a:lnTo>
                        <a:lnTo>
                          <a:pt x="2107102" y="169441"/>
                        </a:lnTo>
                        <a:lnTo>
                          <a:pt x="2096575" y="158034"/>
                        </a:lnTo>
                        <a:lnTo>
                          <a:pt x="2096575" y="0"/>
                        </a:lnTo>
                        <a:lnTo>
                          <a:pt x="2094012" y="0"/>
                        </a:lnTo>
                        <a:lnTo>
                          <a:pt x="2094012" y="158180"/>
                        </a:lnTo>
                        <a:lnTo>
                          <a:pt x="2083625" y="169441"/>
                        </a:lnTo>
                        <a:lnTo>
                          <a:pt x="1845319" y="169441"/>
                        </a:lnTo>
                        <a:lnTo>
                          <a:pt x="1834815" y="158058"/>
                        </a:lnTo>
                        <a:lnTo>
                          <a:pt x="1834815" y="0"/>
                        </a:lnTo>
                        <a:lnTo>
                          <a:pt x="1832233" y="0"/>
                        </a:lnTo>
                        <a:lnTo>
                          <a:pt x="1832233" y="158185"/>
                        </a:lnTo>
                        <a:lnTo>
                          <a:pt x="1821844" y="169441"/>
                        </a:lnTo>
                        <a:lnTo>
                          <a:pt x="1583564" y="169441"/>
                        </a:lnTo>
                        <a:lnTo>
                          <a:pt x="1573040" y="158035"/>
                        </a:lnTo>
                        <a:lnTo>
                          <a:pt x="1573040" y="0"/>
                        </a:lnTo>
                        <a:lnTo>
                          <a:pt x="1570484" y="0"/>
                        </a:lnTo>
                        <a:lnTo>
                          <a:pt x="1570484" y="158178"/>
                        </a:lnTo>
                        <a:lnTo>
                          <a:pt x="1560085" y="169441"/>
                        </a:lnTo>
                        <a:lnTo>
                          <a:pt x="1321801" y="169441"/>
                        </a:lnTo>
                        <a:lnTo>
                          <a:pt x="1311283" y="158052"/>
                        </a:lnTo>
                        <a:lnTo>
                          <a:pt x="1311283" y="0"/>
                        </a:lnTo>
                        <a:lnTo>
                          <a:pt x="1308708" y="0"/>
                        </a:lnTo>
                        <a:lnTo>
                          <a:pt x="1308708" y="158192"/>
                        </a:lnTo>
                        <a:lnTo>
                          <a:pt x="1298334" y="169441"/>
                        </a:lnTo>
                        <a:lnTo>
                          <a:pt x="1060055" y="169441"/>
                        </a:lnTo>
                        <a:lnTo>
                          <a:pt x="1049557" y="158066"/>
                        </a:lnTo>
                        <a:lnTo>
                          <a:pt x="1049557" y="0"/>
                        </a:lnTo>
                        <a:lnTo>
                          <a:pt x="1046974" y="0"/>
                        </a:lnTo>
                        <a:lnTo>
                          <a:pt x="1046974" y="158175"/>
                        </a:lnTo>
                        <a:lnTo>
                          <a:pt x="1036571" y="169441"/>
                        </a:lnTo>
                        <a:lnTo>
                          <a:pt x="798333" y="169441"/>
                        </a:lnTo>
                        <a:lnTo>
                          <a:pt x="787885" y="158122"/>
                        </a:lnTo>
                        <a:lnTo>
                          <a:pt x="787885" y="0"/>
                        </a:lnTo>
                        <a:lnTo>
                          <a:pt x="785301" y="0"/>
                        </a:lnTo>
                        <a:lnTo>
                          <a:pt x="785301" y="158122"/>
                        </a:lnTo>
                        <a:lnTo>
                          <a:pt x="774854" y="169441"/>
                        </a:lnTo>
                        <a:lnTo>
                          <a:pt x="536565" y="169441"/>
                        </a:lnTo>
                        <a:lnTo>
                          <a:pt x="526116" y="158122"/>
                        </a:lnTo>
                        <a:lnTo>
                          <a:pt x="526116" y="0"/>
                        </a:lnTo>
                        <a:lnTo>
                          <a:pt x="523535" y="0"/>
                        </a:lnTo>
                        <a:lnTo>
                          <a:pt x="523535" y="158122"/>
                        </a:lnTo>
                        <a:lnTo>
                          <a:pt x="513086" y="169441"/>
                        </a:lnTo>
                        <a:lnTo>
                          <a:pt x="274769" y="169441"/>
                        </a:lnTo>
                        <a:lnTo>
                          <a:pt x="264349" y="158152"/>
                        </a:lnTo>
                        <a:lnTo>
                          <a:pt x="264349" y="0"/>
                        </a:lnTo>
                        <a:lnTo>
                          <a:pt x="261767" y="0"/>
                        </a:lnTo>
                        <a:lnTo>
                          <a:pt x="261767" y="158091"/>
                        </a:lnTo>
                        <a:lnTo>
                          <a:pt x="251291" y="169441"/>
                        </a:lnTo>
                        <a:lnTo>
                          <a:pt x="67161" y="169441"/>
                        </a:lnTo>
                        <a:lnTo>
                          <a:pt x="67161" y="172224"/>
                        </a:lnTo>
                        <a:lnTo>
                          <a:pt x="251294" y="172224"/>
                        </a:lnTo>
                        <a:lnTo>
                          <a:pt x="261767" y="183573"/>
                        </a:lnTo>
                        <a:lnTo>
                          <a:pt x="261767" y="441841"/>
                        </a:lnTo>
                        <a:lnTo>
                          <a:pt x="251289" y="453190"/>
                        </a:lnTo>
                        <a:lnTo>
                          <a:pt x="67161" y="453190"/>
                        </a:lnTo>
                        <a:lnTo>
                          <a:pt x="67161" y="455974"/>
                        </a:lnTo>
                        <a:lnTo>
                          <a:pt x="251294" y="455974"/>
                        </a:lnTo>
                        <a:lnTo>
                          <a:pt x="261767" y="467322"/>
                        </a:lnTo>
                        <a:lnTo>
                          <a:pt x="261767" y="561322"/>
                        </a:lnTo>
                        <a:lnTo>
                          <a:pt x="264349" y="561322"/>
                        </a:lnTo>
                        <a:lnTo>
                          <a:pt x="264349" y="467261"/>
                        </a:lnTo>
                        <a:lnTo>
                          <a:pt x="274765" y="455974"/>
                        </a:lnTo>
                        <a:lnTo>
                          <a:pt x="513089" y="455974"/>
                        </a:lnTo>
                        <a:lnTo>
                          <a:pt x="523535" y="467290"/>
                        </a:lnTo>
                        <a:lnTo>
                          <a:pt x="523535" y="561322"/>
                        </a:lnTo>
                        <a:lnTo>
                          <a:pt x="526116" y="561322"/>
                        </a:lnTo>
                        <a:lnTo>
                          <a:pt x="526116" y="467290"/>
                        </a:lnTo>
                        <a:lnTo>
                          <a:pt x="536562" y="455974"/>
                        </a:lnTo>
                        <a:lnTo>
                          <a:pt x="774856" y="455974"/>
                        </a:lnTo>
                        <a:lnTo>
                          <a:pt x="785301" y="467290"/>
                        </a:lnTo>
                        <a:lnTo>
                          <a:pt x="785301" y="561322"/>
                        </a:lnTo>
                        <a:lnTo>
                          <a:pt x="787885" y="561322"/>
                        </a:lnTo>
                        <a:lnTo>
                          <a:pt x="787885" y="467290"/>
                        </a:lnTo>
                        <a:lnTo>
                          <a:pt x="798330" y="455974"/>
                        </a:lnTo>
                        <a:lnTo>
                          <a:pt x="1036577" y="455974"/>
                        </a:lnTo>
                        <a:lnTo>
                          <a:pt x="1046980" y="467241"/>
                        </a:lnTo>
                        <a:lnTo>
                          <a:pt x="1046980" y="561322"/>
                        </a:lnTo>
                        <a:lnTo>
                          <a:pt x="1049562" y="561322"/>
                        </a:lnTo>
                        <a:lnTo>
                          <a:pt x="1049562" y="467343"/>
                        </a:lnTo>
                        <a:lnTo>
                          <a:pt x="1060055" y="455974"/>
                        </a:lnTo>
                        <a:lnTo>
                          <a:pt x="1298334" y="455974"/>
                        </a:lnTo>
                        <a:lnTo>
                          <a:pt x="1308721" y="467227"/>
                        </a:lnTo>
                        <a:lnTo>
                          <a:pt x="1308721" y="561322"/>
                        </a:lnTo>
                        <a:lnTo>
                          <a:pt x="1311306" y="561322"/>
                        </a:lnTo>
                        <a:lnTo>
                          <a:pt x="1311306" y="467353"/>
                        </a:lnTo>
                        <a:lnTo>
                          <a:pt x="1321801" y="455974"/>
                        </a:lnTo>
                        <a:lnTo>
                          <a:pt x="1560093" y="455974"/>
                        </a:lnTo>
                        <a:lnTo>
                          <a:pt x="1570491" y="467239"/>
                        </a:lnTo>
                        <a:lnTo>
                          <a:pt x="1570491" y="561322"/>
                        </a:lnTo>
                        <a:lnTo>
                          <a:pt x="1573045" y="561322"/>
                        </a:lnTo>
                        <a:lnTo>
                          <a:pt x="1573045" y="467374"/>
                        </a:lnTo>
                        <a:lnTo>
                          <a:pt x="1583565" y="455974"/>
                        </a:lnTo>
                        <a:lnTo>
                          <a:pt x="1821854" y="455974"/>
                        </a:lnTo>
                        <a:lnTo>
                          <a:pt x="1832241" y="467233"/>
                        </a:lnTo>
                        <a:lnTo>
                          <a:pt x="1832241" y="561322"/>
                        </a:lnTo>
                        <a:lnTo>
                          <a:pt x="1834826" y="561322"/>
                        </a:lnTo>
                        <a:lnTo>
                          <a:pt x="1834826" y="467350"/>
                        </a:lnTo>
                        <a:lnTo>
                          <a:pt x="1845322" y="455974"/>
                        </a:lnTo>
                        <a:lnTo>
                          <a:pt x="2083631" y="455974"/>
                        </a:lnTo>
                        <a:lnTo>
                          <a:pt x="2094024" y="467239"/>
                        </a:lnTo>
                        <a:lnTo>
                          <a:pt x="2094024" y="561322"/>
                        </a:lnTo>
                        <a:lnTo>
                          <a:pt x="2096583" y="561322"/>
                        </a:lnTo>
                        <a:lnTo>
                          <a:pt x="2096583" y="467373"/>
                        </a:lnTo>
                        <a:lnTo>
                          <a:pt x="2107102" y="455974"/>
                        </a:lnTo>
                        <a:lnTo>
                          <a:pt x="2345407" y="455974"/>
                        </a:lnTo>
                        <a:lnTo>
                          <a:pt x="2355756" y="467196"/>
                        </a:lnTo>
                        <a:lnTo>
                          <a:pt x="2355756" y="561322"/>
                        </a:lnTo>
                        <a:lnTo>
                          <a:pt x="2358343" y="561322"/>
                        </a:lnTo>
                        <a:lnTo>
                          <a:pt x="2358343" y="467388"/>
                        </a:lnTo>
                        <a:lnTo>
                          <a:pt x="2368886" y="455974"/>
                        </a:lnTo>
                        <a:lnTo>
                          <a:pt x="2607176" y="455974"/>
                        </a:lnTo>
                        <a:lnTo>
                          <a:pt x="2617528" y="467192"/>
                        </a:lnTo>
                        <a:lnTo>
                          <a:pt x="2617528" y="561322"/>
                        </a:lnTo>
                        <a:lnTo>
                          <a:pt x="2620089" y="561322"/>
                        </a:lnTo>
                        <a:lnTo>
                          <a:pt x="2620089" y="467416"/>
                        </a:lnTo>
                        <a:lnTo>
                          <a:pt x="2630648" y="455974"/>
                        </a:lnTo>
                        <a:lnTo>
                          <a:pt x="2868947" y="455974"/>
                        </a:lnTo>
                        <a:lnTo>
                          <a:pt x="2879310" y="467199"/>
                        </a:lnTo>
                        <a:lnTo>
                          <a:pt x="2879310" y="561322"/>
                        </a:lnTo>
                        <a:lnTo>
                          <a:pt x="2881890" y="561322"/>
                        </a:lnTo>
                        <a:lnTo>
                          <a:pt x="2881890" y="467381"/>
                        </a:lnTo>
                        <a:lnTo>
                          <a:pt x="2892420" y="455974"/>
                        </a:lnTo>
                        <a:lnTo>
                          <a:pt x="3130715" y="455974"/>
                        </a:lnTo>
                        <a:lnTo>
                          <a:pt x="3141077" y="467199"/>
                        </a:lnTo>
                        <a:lnTo>
                          <a:pt x="3141077" y="561322"/>
                        </a:lnTo>
                        <a:lnTo>
                          <a:pt x="3143659" y="561322"/>
                        </a:lnTo>
                        <a:lnTo>
                          <a:pt x="3143659" y="467382"/>
                        </a:lnTo>
                        <a:lnTo>
                          <a:pt x="3154191" y="455974"/>
                        </a:lnTo>
                        <a:lnTo>
                          <a:pt x="3392489" y="455974"/>
                        </a:lnTo>
                        <a:lnTo>
                          <a:pt x="3402877" y="467229"/>
                        </a:lnTo>
                        <a:lnTo>
                          <a:pt x="3402877" y="561322"/>
                        </a:lnTo>
                        <a:lnTo>
                          <a:pt x="3405432" y="561322"/>
                        </a:lnTo>
                        <a:lnTo>
                          <a:pt x="3405432" y="467382"/>
                        </a:lnTo>
                        <a:lnTo>
                          <a:pt x="3415964" y="455974"/>
                        </a:lnTo>
                        <a:lnTo>
                          <a:pt x="3654248" y="455974"/>
                        </a:lnTo>
                        <a:lnTo>
                          <a:pt x="3664630" y="467222"/>
                        </a:lnTo>
                        <a:lnTo>
                          <a:pt x="3664630" y="561322"/>
                        </a:lnTo>
                        <a:lnTo>
                          <a:pt x="3667188" y="561322"/>
                        </a:lnTo>
                        <a:lnTo>
                          <a:pt x="3667188" y="467388"/>
                        </a:lnTo>
                        <a:lnTo>
                          <a:pt x="3677723" y="455974"/>
                        </a:lnTo>
                        <a:lnTo>
                          <a:pt x="3916028" y="455974"/>
                        </a:lnTo>
                        <a:lnTo>
                          <a:pt x="3926418" y="467229"/>
                        </a:lnTo>
                        <a:lnTo>
                          <a:pt x="3926418" y="561322"/>
                        </a:lnTo>
                        <a:lnTo>
                          <a:pt x="3928977" y="561322"/>
                        </a:lnTo>
                        <a:lnTo>
                          <a:pt x="3928977" y="467381"/>
                        </a:lnTo>
                        <a:lnTo>
                          <a:pt x="3939498" y="455974"/>
                        </a:lnTo>
                        <a:lnTo>
                          <a:pt x="4177815" y="455974"/>
                        </a:lnTo>
                        <a:lnTo>
                          <a:pt x="4188170" y="467193"/>
                        </a:lnTo>
                        <a:lnTo>
                          <a:pt x="4188170" y="561322"/>
                        </a:lnTo>
                        <a:lnTo>
                          <a:pt x="4190725" y="561322"/>
                        </a:lnTo>
                        <a:lnTo>
                          <a:pt x="4190725" y="467419"/>
                        </a:lnTo>
                        <a:lnTo>
                          <a:pt x="4201292" y="455974"/>
                        </a:lnTo>
                        <a:lnTo>
                          <a:pt x="4439575" y="455974"/>
                        </a:lnTo>
                        <a:lnTo>
                          <a:pt x="4449923" y="467187"/>
                        </a:lnTo>
                        <a:lnTo>
                          <a:pt x="4449923" y="561322"/>
                        </a:lnTo>
                        <a:lnTo>
                          <a:pt x="4452505" y="561322"/>
                        </a:lnTo>
                        <a:lnTo>
                          <a:pt x="4452505" y="467395"/>
                        </a:lnTo>
                        <a:lnTo>
                          <a:pt x="4463047" y="455974"/>
                        </a:lnTo>
                        <a:lnTo>
                          <a:pt x="4701350" y="455974"/>
                        </a:lnTo>
                        <a:lnTo>
                          <a:pt x="4711706" y="467193"/>
                        </a:lnTo>
                        <a:lnTo>
                          <a:pt x="4711706" y="561322"/>
                        </a:lnTo>
                        <a:lnTo>
                          <a:pt x="4714289" y="561322"/>
                        </a:lnTo>
                        <a:lnTo>
                          <a:pt x="4714289" y="467388"/>
                        </a:lnTo>
                        <a:lnTo>
                          <a:pt x="4724825" y="455974"/>
                        </a:lnTo>
                        <a:lnTo>
                          <a:pt x="4890050" y="455974"/>
                        </a:lnTo>
                        <a:lnTo>
                          <a:pt x="4890044" y="453190"/>
                        </a:lnTo>
                        <a:lnTo>
                          <a:pt x="4724828" y="453190"/>
                        </a:lnTo>
                        <a:lnTo>
                          <a:pt x="4714285" y="441769"/>
                        </a:lnTo>
                        <a:lnTo>
                          <a:pt x="4714285" y="183638"/>
                        </a:lnTo>
                        <a:lnTo>
                          <a:pt x="4724821" y="172224"/>
                        </a:lnTo>
                        <a:lnTo>
                          <a:pt x="4889400" y="172224"/>
                        </a:lnTo>
                        <a:lnTo>
                          <a:pt x="4889394" y="169441"/>
                        </a:lnTo>
                        <a:lnTo>
                          <a:pt x="4724823" y="169441"/>
                        </a:lnTo>
                        <a:lnTo>
                          <a:pt x="4714281" y="158018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8000"/>
                    </a:schemeClr>
                  </a:solidFill>
                  <a:ln w="2153" cap="flat">
                    <a:noFill/>
                    <a:prstDash val="solid"/>
                    <a:miter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endParaRPr lang="zh-CN" altLang="en-US" sz="1520" dirty="0"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a:endParaRPr>
                  </a:p>
                </p:txBody>
              </p:sp>
            </p:grpSp>
            <p:pic>
              <p:nvPicPr>
                <p:cNvPr id="123" name="图片 122" descr="黑暗中的灯光&#10;&#10;描述已自动生成"/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6" y="157"/>
                  <a:ext cx="9649" cy="172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0" name="组合 99"/>
            <p:cNvGrpSpPr/>
            <p:nvPr/>
          </p:nvGrpSpPr>
          <p:grpSpPr>
            <a:xfrm>
              <a:off x="8296" y="2440"/>
              <a:ext cx="4593" cy="4553"/>
              <a:chOff x="7848" y="2995"/>
              <a:chExt cx="5760" cy="3860"/>
            </a:xfrm>
          </p:grpSpPr>
          <p:sp>
            <p:nvSpPr>
              <p:cNvPr id="94" name="Text 16"/>
              <p:cNvSpPr/>
              <p:nvPr/>
            </p:nvSpPr>
            <p:spPr>
              <a:xfrm>
                <a:off x="7848" y="2995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在线编译或运行学生代码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5" name="Text 17"/>
              <p:cNvSpPr/>
              <p:nvPr/>
            </p:nvSpPr>
            <p:spPr>
              <a:xfrm>
                <a:off x="7848" y="3802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执行代码功能测试用例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6" name="Text 18"/>
              <p:cNvSpPr/>
              <p:nvPr/>
            </p:nvSpPr>
            <p:spPr>
              <a:xfrm>
                <a:off x="7848" y="460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自动生成并发布最终成绩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7" name="Text 19"/>
              <p:cNvSpPr/>
              <p:nvPr/>
            </p:nvSpPr>
            <p:spPr>
              <a:xfrm>
                <a:off x="7848" y="5414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替代教师做最终评价判断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9" name="Text 20"/>
              <p:cNvSpPr/>
              <p:nvPr/>
            </p:nvSpPr>
            <p:spPr>
              <a:xfrm>
                <a:off x="7848" y="6221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与学生进行实时互动答疑</a:t>
                </a:r>
                <a:endParaRPr 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</p:grpSp>
      </p:grpSp>
      <p:sp>
        <p:nvSpPr>
          <p:cNvPr id="102" name="任意多边形: 形状 33"/>
          <p:cNvSpPr/>
          <p:nvPr/>
        </p:nvSpPr>
        <p:spPr>
          <a:xfrm>
            <a:off x="2954020" y="4437380"/>
            <a:ext cx="3629660" cy="414020"/>
          </a:xfrm>
          <a:custGeom>
            <a:avLst/>
            <a:gdLst>
              <a:gd name="connsiteX0" fmla="*/ 274320 w 9874244"/>
              <a:gd name="connsiteY0" fmla="*/ 0 h 7383687"/>
              <a:gd name="connsiteX1" fmla="*/ 583655 w 9874244"/>
              <a:gd name="connsiteY1" fmla="*/ 0 h 7383687"/>
              <a:gd name="connsiteX2" fmla="*/ 4495068 w 9874244"/>
              <a:gd name="connsiteY2" fmla="*/ 0 h 7383687"/>
              <a:gd name="connsiteX3" fmla="*/ 4785360 w 9874244"/>
              <a:gd name="connsiteY3" fmla="*/ 0 h 7383687"/>
              <a:gd name="connsiteX4" fmla="*/ 4804404 w 9874244"/>
              <a:gd name="connsiteY4" fmla="*/ 0 h 7383687"/>
              <a:gd name="connsiteX5" fmla="*/ 5094696 w 9874244"/>
              <a:gd name="connsiteY5" fmla="*/ 0 h 7383687"/>
              <a:gd name="connsiteX6" fmla="*/ 9006108 w 9874244"/>
              <a:gd name="connsiteY6" fmla="*/ 0 h 7383687"/>
              <a:gd name="connsiteX7" fmla="*/ 9315444 w 9874244"/>
              <a:gd name="connsiteY7" fmla="*/ 0 h 7383687"/>
              <a:gd name="connsiteX8" fmla="*/ 9610084 w 9874244"/>
              <a:gd name="connsiteY8" fmla="*/ 248920 h 7383687"/>
              <a:gd name="connsiteX9" fmla="*/ 9610084 w 9874244"/>
              <a:gd name="connsiteY9" fmla="*/ 764447 h 7383687"/>
              <a:gd name="connsiteX10" fmla="*/ 9610084 w 9874244"/>
              <a:gd name="connsiteY10" fmla="*/ 3881120 h 7383687"/>
              <a:gd name="connsiteX11" fmla="*/ 9874244 w 9874244"/>
              <a:gd name="connsiteY11" fmla="*/ 4145280 h 7383687"/>
              <a:gd name="connsiteX12" fmla="*/ 9874244 w 9874244"/>
              <a:gd name="connsiteY12" fmla="*/ 4660807 h 7383687"/>
              <a:gd name="connsiteX13" fmla="*/ 9874244 w 9874244"/>
              <a:gd name="connsiteY13" fmla="*/ 6695440 h 7383687"/>
              <a:gd name="connsiteX14" fmla="*/ 9874244 w 9874244"/>
              <a:gd name="connsiteY14" fmla="*/ 7210967 h 7383687"/>
              <a:gd name="connsiteX15" fmla="*/ 9701524 w 9874244"/>
              <a:gd name="connsiteY15" fmla="*/ 7383687 h 7383687"/>
              <a:gd name="connsiteX16" fmla="*/ 9392188 w 9874244"/>
              <a:gd name="connsiteY16" fmla="*/ 7383687 h 7383687"/>
              <a:gd name="connsiteX17" fmla="*/ 5480776 w 9874244"/>
              <a:gd name="connsiteY17" fmla="*/ 7383687 h 7383687"/>
              <a:gd name="connsiteX18" fmla="*/ 5171440 w 9874244"/>
              <a:gd name="connsiteY18" fmla="*/ 7383687 h 7383687"/>
              <a:gd name="connsiteX19" fmla="*/ 4702804 w 9874244"/>
              <a:gd name="connsiteY19" fmla="*/ 7383687 h 7383687"/>
              <a:gd name="connsiteX20" fmla="*/ 4393468 w 9874244"/>
              <a:gd name="connsiteY20" fmla="*/ 7383687 h 7383687"/>
              <a:gd name="connsiteX21" fmla="*/ 482055 w 9874244"/>
              <a:gd name="connsiteY21" fmla="*/ 7383687 h 7383687"/>
              <a:gd name="connsiteX22" fmla="*/ 172720 w 9874244"/>
              <a:gd name="connsiteY22" fmla="*/ 7383687 h 7383687"/>
              <a:gd name="connsiteX23" fmla="*/ 0 w 9874244"/>
              <a:gd name="connsiteY23" fmla="*/ 7210967 h 7383687"/>
              <a:gd name="connsiteX24" fmla="*/ 1217 w 9874244"/>
              <a:gd name="connsiteY24" fmla="*/ 6696656 h 7383687"/>
              <a:gd name="connsiteX25" fmla="*/ 0 w 9874244"/>
              <a:gd name="connsiteY25" fmla="*/ 6695440 h 7383687"/>
              <a:gd name="connsiteX26" fmla="*/ 15240 w 9874244"/>
              <a:gd name="connsiteY26" fmla="*/ 251460 h 738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874244" h="7383687">
                <a:moveTo>
                  <a:pt x="274320" y="0"/>
                </a:moveTo>
                <a:lnTo>
                  <a:pt x="583655" y="0"/>
                </a:lnTo>
                <a:lnTo>
                  <a:pt x="4495068" y="0"/>
                </a:lnTo>
                <a:lnTo>
                  <a:pt x="4785360" y="0"/>
                </a:lnTo>
                <a:lnTo>
                  <a:pt x="4804404" y="0"/>
                </a:lnTo>
                <a:lnTo>
                  <a:pt x="5094696" y="0"/>
                </a:lnTo>
                <a:lnTo>
                  <a:pt x="9006108" y="0"/>
                </a:lnTo>
                <a:lnTo>
                  <a:pt x="9315444" y="0"/>
                </a:lnTo>
                <a:lnTo>
                  <a:pt x="9610084" y="248920"/>
                </a:lnTo>
                <a:lnTo>
                  <a:pt x="9610084" y="764447"/>
                </a:lnTo>
                <a:lnTo>
                  <a:pt x="9610084" y="3881120"/>
                </a:lnTo>
                <a:lnTo>
                  <a:pt x="9874244" y="4145280"/>
                </a:lnTo>
                <a:lnTo>
                  <a:pt x="9874244" y="4660807"/>
                </a:lnTo>
                <a:lnTo>
                  <a:pt x="9874244" y="6695440"/>
                </a:lnTo>
                <a:lnTo>
                  <a:pt x="9874244" y="7210967"/>
                </a:lnTo>
                <a:lnTo>
                  <a:pt x="9701524" y="7383687"/>
                </a:lnTo>
                <a:lnTo>
                  <a:pt x="9392188" y="7383687"/>
                </a:lnTo>
                <a:lnTo>
                  <a:pt x="5480776" y="7383687"/>
                </a:lnTo>
                <a:lnTo>
                  <a:pt x="5171440" y="7383687"/>
                </a:lnTo>
                <a:lnTo>
                  <a:pt x="4702804" y="7383687"/>
                </a:lnTo>
                <a:lnTo>
                  <a:pt x="4393468" y="7383687"/>
                </a:lnTo>
                <a:lnTo>
                  <a:pt x="482055" y="7383687"/>
                </a:lnTo>
                <a:lnTo>
                  <a:pt x="172720" y="7383687"/>
                </a:lnTo>
                <a:lnTo>
                  <a:pt x="0" y="7210967"/>
                </a:lnTo>
                <a:lnTo>
                  <a:pt x="1217" y="6696656"/>
                </a:lnTo>
                <a:lnTo>
                  <a:pt x="0" y="6695440"/>
                </a:lnTo>
                <a:lnTo>
                  <a:pt x="15240" y="2514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0000">
                <a:srgbClr val="569ADE">
                  <a:alpha val="0"/>
                </a:srgbClr>
              </a:gs>
              <a:gs pos="100000">
                <a:schemeClr val="accent2">
                  <a:alpha val="50000"/>
                </a:scheme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/>
                </a:gs>
                <a:gs pos="50000">
                  <a:srgbClr val="0886D0"/>
                </a:gs>
                <a:gs pos="100000">
                  <a:schemeClr val="accent2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⚠  自动评分仅作参考依据，最终成绩由教师复核后发布</a:t>
            </a:r>
            <a:endParaRPr lang="en-US" altLang="en-US" sz="1000" dirty="0">
              <a:solidFill>
                <a:schemeClr val="bg1"/>
              </a:solidFill>
              <a:latin typeface="阿里巴巴普惠体 R"/>
              <a:ea typeface="阿里巴巴普惠体 R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3474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3474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3474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准备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171907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3474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206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181051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81051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181051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</a:t>
            </a:r>
            <a:endParaRPr lang="en-US" sz="15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318211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181051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88366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327355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327355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327355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</a:t>
            </a:r>
            <a:endParaRPr lang="en-US" sz="15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464515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327355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334670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1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473659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473659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473659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</a:t>
            </a:r>
            <a:endParaRPr lang="en-US" sz="1500" dirty="0"/>
          </a:p>
        </p:txBody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610819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3"/>
            </p:custDataLst>
          </p:nvPr>
        </p:nvSpPr>
        <p:spPr>
          <a:xfrm>
            <a:off x="473659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480974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100" dirty="0"/>
          </a:p>
        </p:txBody>
      </p:sp>
      <p:sp>
        <p:nvSpPr>
          <p:cNvPr id="31" name="Shape 29"/>
          <p:cNvSpPr/>
          <p:nvPr>
            <p:custDataLst>
              <p:tags r:id="rId25"/>
            </p:custDataLst>
          </p:nvPr>
        </p:nvSpPr>
        <p:spPr>
          <a:xfrm>
            <a:off x="619963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32" name="Text 30"/>
          <p:cNvSpPr/>
          <p:nvPr>
            <p:custDataLst>
              <p:tags r:id="rId26"/>
            </p:custDataLst>
          </p:nvPr>
        </p:nvSpPr>
        <p:spPr>
          <a:xfrm>
            <a:off x="619963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27"/>
            </p:custDataLst>
          </p:nvPr>
        </p:nvSpPr>
        <p:spPr>
          <a:xfrm>
            <a:off x="619963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</a:t>
            </a:r>
            <a:endParaRPr lang="en-US" sz="1500" dirty="0"/>
          </a:p>
        </p:txBody>
      </p:sp>
      <p:sp>
        <p:nvSpPr>
          <p:cNvPr id="34" name="Shape 32"/>
          <p:cNvSpPr/>
          <p:nvPr>
            <p:custDataLst>
              <p:tags r:id="rId28"/>
            </p:custDataLst>
          </p:nvPr>
        </p:nvSpPr>
        <p:spPr>
          <a:xfrm>
            <a:off x="757123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29"/>
            </p:custDataLst>
          </p:nvPr>
        </p:nvSpPr>
        <p:spPr>
          <a:xfrm>
            <a:off x="619963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6" name="Text 34"/>
          <p:cNvSpPr/>
          <p:nvPr>
            <p:custDataLst>
              <p:tags r:id="rId30"/>
            </p:custDataLst>
          </p:nvPr>
        </p:nvSpPr>
        <p:spPr>
          <a:xfrm>
            <a:off x="627278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100" dirty="0"/>
          </a:p>
        </p:txBody>
      </p:sp>
      <p:sp>
        <p:nvSpPr>
          <p:cNvPr id="37" name="Shape 35"/>
          <p:cNvSpPr/>
          <p:nvPr>
            <p:custDataLst>
              <p:tags r:id="rId31"/>
            </p:custDataLst>
          </p:nvPr>
        </p:nvSpPr>
        <p:spPr>
          <a:xfrm>
            <a:off x="76626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38" name="Text 36"/>
          <p:cNvSpPr/>
          <p:nvPr>
            <p:custDataLst>
              <p:tags r:id="rId32"/>
            </p:custDataLst>
          </p:nvPr>
        </p:nvSpPr>
        <p:spPr>
          <a:xfrm>
            <a:off x="76626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7"/>
          <p:cNvSpPr/>
          <p:nvPr>
            <p:custDataLst>
              <p:tags r:id="rId33"/>
            </p:custDataLst>
          </p:nvPr>
        </p:nvSpPr>
        <p:spPr>
          <a:xfrm>
            <a:off x="76626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</a:t>
            </a:r>
            <a:endParaRPr lang="en-US" sz="1500" dirty="0"/>
          </a:p>
        </p:txBody>
      </p:sp>
      <p:sp>
        <p:nvSpPr>
          <p:cNvPr id="40" name="Shape 38"/>
          <p:cNvSpPr/>
          <p:nvPr>
            <p:custDataLst>
              <p:tags r:id="rId34"/>
            </p:custDataLst>
          </p:nvPr>
        </p:nvSpPr>
        <p:spPr>
          <a:xfrm>
            <a:off x="76626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1" name="Text 39"/>
          <p:cNvSpPr/>
          <p:nvPr>
            <p:custDataLst>
              <p:tags r:id="rId35"/>
            </p:custDataLst>
          </p:nvPr>
        </p:nvSpPr>
        <p:spPr>
          <a:xfrm>
            <a:off x="77358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28800" y="4328160"/>
            <a:ext cx="54864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i="1" dirty="0">
              <a:solidFill>
                <a:srgbClr val="17A5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3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6405" y="-650240"/>
            <a:ext cx="11323320" cy="7840345"/>
            <a:chOff x="-431" y="-4043"/>
            <a:chExt cx="17832" cy="12347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" y="-4043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8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5" name="组合 44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用户账号管理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课程与班级维护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529584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角色权限分配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4187952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系统全局设置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705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27832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发布实训项目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71216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配置评价模板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复核终评发布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4187952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查看报表画像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370" y="1371600"/>
            <a:ext cx="2724785" cy="3374390"/>
          </a:xfrm>
          <a:prstGeom prst="roundRect">
            <a:avLst>
              <a:gd name="adj" fmla="val 3356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35624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28712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36792" y="352958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36792" y="418795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查看评价结果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477316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前端路由隔离 · 后端 JWT + RBAC 鉴权 · 业务数据范围双重校验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22</a:t>
            </a:r>
            <a:endParaRPr lang="en-US" sz="8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9" name="组合 4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7675" y="-626745"/>
            <a:ext cx="11125200" cy="7815580"/>
            <a:chOff x="-431" y="-4004"/>
            <a:chExt cx="17520" cy="12308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5" y="-4004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593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8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148840"/>
            <a:ext cx="41605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14884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14884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评价模板配置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" y="2578608"/>
            <a:ext cx="2743200" cy="36576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5786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2633472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63347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017520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175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88920" y="3072384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072384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456432"/>
            <a:ext cx="2743200" cy="36576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45643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88920" y="3511296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3511296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3895344"/>
            <a:ext cx="2743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95344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88920" y="3950208"/>
            <a:ext cx="640080" cy="256032"/>
          </a:xfrm>
          <a:prstGeom prst="roundRect">
            <a:avLst>
              <a:gd name="adj" fmla="val 214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950208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457200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1488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1488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14884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创建实训项目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54880" y="26060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项目名称：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06440" y="260604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97880" y="260604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后端综合实训 2025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310896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所属课程：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06440" y="310896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97880" y="310896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54880" y="361188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截止时间：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806440" y="361188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97880" y="361188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2025-12-20 23:59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1148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关联班级：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06440" y="4114800"/>
            <a:ext cx="2743200" cy="256032"/>
          </a:xfrm>
          <a:prstGeom prst="roundRect">
            <a:avLst>
              <a:gd name="adj" fmla="val 17857"/>
            </a:avLst>
          </a:prstGeom>
          <a:solidFill>
            <a:srgbClr val="F5F9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4114800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软工2301、软工2302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92240" y="45720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457200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18488"/>
            <a:ext cx="566928" cy="5669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52704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37944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显示项目名称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截止时间与提交状态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587752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566928" cy="5669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697480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08376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上传源码包/文档/截图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填写提交说明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" y="359359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58184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959352"/>
            <a:ext cx="566928" cy="5669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935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867912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78808"/>
            <a:ext cx="30632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待处理→解析中→已评价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版本批次可回溯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417320"/>
            <a:ext cx="41605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417320"/>
            <a:ext cx="4160520" cy="36576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4173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提交批次记录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90195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97510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22199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12-19 22:31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2039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03911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已评价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0" y="2048256"/>
            <a:ext cx="731520" cy="228600"/>
          </a:xfrm>
          <a:prstGeom prst="roundRect">
            <a:avLst>
              <a:gd name="adj" fmla="val 24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048256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评价依据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63347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6350">
            <a:solidFill>
              <a:srgbClr val="8FA8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0662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295351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12-18 15:42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58000" y="27706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27706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历史版本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364992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F8FBFF"/>
          </a:solidFill>
          <a:ln w="6350">
            <a:solidFill>
              <a:srgbClr val="8FA8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438144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批次 #1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92040" y="368503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12-15 09:10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0" y="350215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50215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历史版本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63440" y="464515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以最新批次为评价依据，历史版本可查不可改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3337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教师操作界面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251460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12848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212848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267712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26771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已提交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560320"/>
            <a:ext cx="2514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603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" y="256032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615184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615184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已提交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2907792"/>
            <a:ext cx="2514600" cy="310896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077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907792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软工2302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962656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296265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待提交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456432"/>
            <a:ext cx="2377440" cy="384048"/>
          </a:xfrm>
          <a:prstGeom prst="roundRect">
            <a:avLst>
              <a:gd name="adj" fmla="val 2381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5400000" algn="bl" rotWithShape="0">
              <a:srgbClr val="D354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456432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一键开始处理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20440" y="141732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39312" y="1600200"/>
            <a:ext cx="658368" cy="65836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1600200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07408" y="150876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解析任务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07408" y="181965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文档结构提取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ZIP目录分析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242316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1737360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173736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520440" y="2624328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39312" y="2807208"/>
            <a:ext cx="658368" cy="65836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9312" y="2807208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407408" y="2715768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核验任务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07408" y="3026664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大模型语义分析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建议生成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40480" y="363016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2944368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944368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520440" y="3831336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39312" y="4014216"/>
            <a:ext cx="658368" cy="6583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39312" y="4014216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4407408" y="392277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评分任务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407408" y="42336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规则计算初评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指标分值生成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写入评分草稿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863840" y="4151376"/>
            <a:ext cx="822960" cy="237744"/>
          </a:xfrm>
          <a:prstGeom prst="roundRect">
            <a:avLst>
              <a:gd name="adj" fmla="val 2307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41513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520440" y="466344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失败时记录原因，支持单任务重试，不影响其他批次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8953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325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第三章  功能演示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29165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04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490472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仅发布后可见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教师未发布前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结果对学生不可见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13432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8658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865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23865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总分与指标分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651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总分 + 各维度得分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清晰呈现评分结构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09544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826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82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28269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547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整体评价与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改进方向建议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4105656"/>
            <a:ext cx="329184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1788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788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📎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43000" y="417880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评价依据可查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44398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解析摘要与AI建议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作为背景参考展示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5135" y="-760730"/>
            <a:ext cx="11322050" cy="7949565"/>
            <a:chOff x="-431" y="-4215"/>
            <a:chExt cx="17830" cy="12519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" y="-4215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40735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6060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06040"/>
            <a:ext cx="5029200" cy="320040"/>
          </a:xfrm>
          <a:prstGeom prst="roundRect">
            <a:avLst>
              <a:gd name="adj" fmla="val 2285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06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  —  软工2301  |  已评价 28 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班级均分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81912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581912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581912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最高分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52344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52344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752344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最低分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22776" y="2999232"/>
            <a:ext cx="1097280" cy="731520"/>
          </a:xfrm>
          <a:prstGeom prst="roundRect">
            <a:avLst>
              <a:gd name="adj" fmla="val 12500"/>
            </a:avLst>
          </a:prstGeom>
          <a:solidFill>
            <a:srgbClr val="EBF5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922776" y="30358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35.7%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922776" y="340156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优秀率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187952"/>
            <a:ext cx="502920" cy="21945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&lt;60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188720" y="3968496"/>
            <a:ext cx="50292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60-69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74520" y="3529584"/>
            <a:ext cx="502920" cy="87782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70-79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560320" y="3639312"/>
            <a:ext cx="502920" cy="76809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80-89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46120" y="3968496"/>
            <a:ext cx="502920" cy="43891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90-94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931920" y="4078224"/>
            <a:ext cx="502920" cy="32918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434840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95+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532120" y="2606040"/>
            <a:ext cx="32461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32120" y="2606040"/>
            <a:ext cx="3246120" cy="320040"/>
          </a:xfrm>
          <a:prstGeom prst="roundRect">
            <a:avLst>
              <a:gd name="adj" fmla="val 2285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6060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  雷达图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2980944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45430" y="349904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73046" y="433735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91594" y="433735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19210" y="3499049"/>
            <a:ext cx="36576" cy="36576"/>
          </a:xfrm>
          <a:prstGeom prst="line">
            <a:avLst/>
          </a:prstGeom>
          <a:noFill/>
          <a:ln w="12700">
            <a:solidFill>
              <a:srgbClr val="D5E8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84848" y="268833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689280" y="33454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343818" y="440866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25878" y="440866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880416" y="3345444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20040" y="4681728"/>
            <a:ext cx="8503920" cy="201168"/>
          </a:xfrm>
          <a:prstGeom prst="roundRect">
            <a:avLst>
              <a:gd name="adj" fmla="val 27273"/>
            </a:avLst>
          </a:prstGeom>
          <a:solidFill>
            <a:srgbClr val="EEF8F4"/>
          </a:solidFill>
          <a:ln w="10160">
            <a:solidFill>
              <a:srgbClr val="17A58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报表支持异步导出（Excel / PDF）· 失败可重试 · 历史报表可归档恢复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第四章  报表监控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48228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56255" y="274320"/>
            <a:ext cx="30314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36775" y="804545"/>
            <a:ext cx="487045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47472" y="164592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0" y="4892040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 / 22</a:t>
            </a:r>
            <a:endParaRPr lang="en-US" sz="8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DIAGRAM_VIRTUALLY_FRAME" val="{&quot;height&quot;:503.45,&quot;left&quot;:-47.1,&quot;top&quot;:72.8,&quot;width&quot;:766.85}"/>
</p:tagLst>
</file>

<file path=ppt/tags/tag4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5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6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7.xml><?xml version="1.0" encoding="utf-8"?>
<p:tagLst xmlns:p="http://schemas.openxmlformats.org/presentationml/2006/main">
  <p:tag name="KSO_WM_DIAGRAM_VIRTUALLY_FRAME" val="{&quot;height&quot;:503.45,&quot;left&quot;:-47.1,&quot;top&quot;:72.8,&quot;width&quot;:766.85}"/>
</p:tagLst>
</file>

<file path=ppt/tags/tag8.xml><?xml version="1.0" encoding="utf-8"?>
<p:tagLst xmlns:p="http://schemas.openxmlformats.org/presentationml/2006/main">
  <p:tag name="KSO_WM_DIAGRAM_VIRTUALLY_FRAME" val="{&quot;height&quot;:701.1,&quot;left&quot;:-47.1,&quot;top&quot;:72.8,&quot;width&quot;:840.5}"/>
</p:tagLst>
</file>

<file path=ppt/tags/tag9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10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11.xml><?xml version="1.0" encoding="utf-8"?>
<p:tagLst xmlns:p="http://schemas.openxmlformats.org/presentationml/2006/main">
  <p:tag name="KSO_WM_AICARD_INVALID" val="Invalid"/>
</p:tagLst>
</file>

<file path=ppt/tags/tag12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3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4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5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6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7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8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19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0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1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2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3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4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5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6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7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8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29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0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1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2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3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4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5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6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7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8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39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0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1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2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3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4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5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6.xml><?xml version="1.0" encoding="utf-8"?>
<p:tagLst xmlns:p="http://schemas.openxmlformats.org/presentationml/2006/main">
  <p:tag name="KSO_WM_DIAGRAM_VIRTUALLY_FRAME" val="{&quot;height&quot;:201.6,&quot;left&quot;:27.360000000000003,&quot;top&quot;:111.6,&quot;width&quot;:684}"/>
</p:tagLst>
</file>

<file path=ppt/tags/tag47.xml><?xml version="1.0" encoding="utf-8"?>
<p:tagLst xmlns:p="http://schemas.openxmlformats.org/presentationml/2006/main">
  <p:tag name="KSO_WM_AICARD_INVALID" val="Invalid"/>
</p:tagLst>
</file>

<file path=ppt/tags/tag48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49.xml><?xml version="1.0" encoding="utf-8"?>
<p:tagLst xmlns:p="http://schemas.openxmlformats.org/presentationml/2006/main">
  <p:tag name="KSO_WM_AICARD_INVALID" val="Invalid"/>
</p:tagLst>
</file>

<file path=ppt/tags/tag50.xml><?xml version="1.0" encoding="utf-8"?>
<p:tagLst xmlns:p="http://schemas.openxmlformats.org/presentationml/2006/main">
  <p:tag name="KSO_WM_AICARD_INVALID" val="Invalid"/>
</p:tagLst>
</file>

<file path=ppt/tags/tag5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52.xml><?xml version="1.0" encoding="utf-8"?>
<p:tagLst xmlns:p="http://schemas.openxmlformats.org/presentationml/2006/main">
  <p:tag name="KSO_WM_AICARD_INVALID" val="Invalid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KSO_WM_AICARD_INVALID" val="Invalid"/>
</p:tagLst>
</file>

<file path=ppt/tags/tag55.xml><?xml version="1.0" encoding="utf-8"?>
<p:tagLst xmlns:p="http://schemas.openxmlformats.org/presentationml/2006/main">
  <p:tag name="KSO_WM_AICARD_INVALID" val="Invalid"/>
</p:tagLst>
</file>

<file path=ppt/tags/tag56.xml><?xml version="1.0" encoding="utf-8"?>
<p:tagLst xmlns:p="http://schemas.openxmlformats.org/presentationml/2006/main">
  <p:tag name="KSO_WM_AICARD_INVALID" val="Invalid"/>
</p:tagLst>
</file>

<file path=ppt/tags/tag57.xml><?xml version="1.0" encoding="utf-8"?>
<p:tagLst xmlns:p="http://schemas.openxmlformats.org/presentationml/2006/main">
  <p:tag name="KSO_WM_AICARD_INVALID" val="Invalid"/>
</p:tagLst>
</file>

<file path=ppt/tags/tag58.xml><?xml version="1.0" encoding="utf-8"?>
<p:tagLst xmlns:p="http://schemas.openxmlformats.org/presentationml/2006/main">
  <p:tag name="KSO_WM_AICARD_INVALID" val="Invalid"/>
</p:tagLst>
</file>

<file path=ppt/tags/tag59.xml><?xml version="1.0" encoding="utf-8"?>
<p:tagLst xmlns:p="http://schemas.openxmlformats.org/presentationml/2006/main">
  <p:tag name="KSO_WM_AICARD_INVALID" val="Invalid"/>
</p:tagLst>
</file>

<file path=ppt/tags/tag60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61.xml><?xml version="1.0" encoding="utf-8"?>
<p:tagLst xmlns:p="http://schemas.openxmlformats.org/presentationml/2006/main">
  <p:tag name="KSO_WM_AICARD_INVALID" val="Invalid"/>
</p:tagLst>
</file>

<file path=ppt/tags/tag62.xml><?xml version="1.0" encoding="utf-8"?>
<p:tagLst xmlns:p="http://schemas.openxmlformats.org/presentationml/2006/main">
  <p:tag name="KSO_WM_AICARD_INVALID" val="Invalid"/>
</p:tagLst>
</file>

<file path=ppt/tags/tag63.xml><?xml version="1.0" encoding="utf-8"?>
<p:tagLst xmlns:p="http://schemas.openxmlformats.org/presentationml/2006/main">
  <p:tag name="KSO_WM_AICARD_INVALID" val="Invalid"/>
</p:tagLst>
</file>

<file path=ppt/tags/tag64.xml><?xml version="1.0" encoding="utf-8"?>
<p:tagLst xmlns:p="http://schemas.openxmlformats.org/presentationml/2006/main">
  <p:tag name="KSO_WM_AICARD_INVALID" val="Invalid"/>
</p:tagLst>
</file>

<file path=ppt/tags/tag65.xml><?xml version="1.0" encoding="utf-8"?>
<p:tagLst xmlns:p="http://schemas.openxmlformats.org/presentationml/2006/main">
  <p:tag name="KSO_WM_AICARD_INVALID" val="Invalid"/>
</p:tagLst>
</file>

<file path=ppt/tags/tag66.xml><?xml version="1.0" encoding="utf-8"?>
<p:tagLst xmlns:p="http://schemas.openxmlformats.org/presentationml/2006/main">
  <p:tag name="resource_record_key" val="{&quot;71&quot;:[7623568010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D2639"/>
      </a:dk2>
      <a:lt2>
        <a:srgbClr val="F4F9FD"/>
      </a:lt2>
      <a:accent1>
        <a:srgbClr val="0076B9"/>
      </a:accent1>
      <a:accent2>
        <a:srgbClr val="3D505A"/>
      </a:accent2>
      <a:accent3>
        <a:srgbClr val="009FB6"/>
      </a:accent3>
      <a:accent4>
        <a:srgbClr val="D74F91"/>
      </a:accent4>
      <a:accent5>
        <a:srgbClr val="F898CB"/>
      </a:accent5>
      <a:accent6>
        <a:srgbClr val="7D287D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4526</Words>
  <Application>WPS 演示</Application>
  <PresentationFormat>On-screen Show (16:9)</PresentationFormat>
  <Paragraphs>1052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Calibri</vt:lpstr>
      <vt:lpstr>Calibri</vt:lpstr>
      <vt:lpstr>阿里巴巴普惠体 R</vt:lpstr>
      <vt:lpstr>微软雅黑</vt:lpstr>
      <vt:lpstr>Segoe Print</vt:lpstr>
      <vt:lpstr>Arial Unicode MS</vt:lpstr>
      <vt:lpstr>等线</vt:lpstr>
      <vt:lpstr>Courier New</vt:lpstr>
      <vt:lpstr>Courier New</vt:lpstr>
      <vt:lpstr>Courier New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35</cp:revision>
  <dcterms:created xsi:type="dcterms:W3CDTF">2026-07-17T03:22:00Z</dcterms:created>
  <dcterms:modified xsi:type="dcterms:W3CDTF">2026-08-16T09:19:03Z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