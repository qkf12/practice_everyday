
<file path=[Content_Types].xml><?xml version="1.0" encoding="utf-8"?>
<Types xmlns="http://schemas.openxmlformats.org/package/2006/content-types"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4" r:id="rId4"/>
  </p:sldMasterIdLst>
  <p:notesMasterIdLst>
    <p:notesMasterId r:id="rId6"/>
  </p:notesMasterIdLst>
  <p:handoutMasterIdLst>
    <p:handoutMasterId r:id="rId28"/>
  </p:handoutMasterIdLst>
  <p:sldIdLst>
    <p:sldId id="305" r:id="rId5"/>
    <p:sldId id="306" r:id="rId7"/>
    <p:sldId id="329" r:id="rId8"/>
    <p:sldId id="308" r:id="rId9"/>
    <p:sldId id="309" r:id="rId10"/>
    <p:sldId id="310" r:id="rId11"/>
    <p:sldId id="311" r:id="rId12"/>
    <p:sldId id="313" r:id="rId13"/>
    <p:sldId id="314" r:id="rId14"/>
    <p:sldId id="315" r:id="rId15"/>
    <p:sldId id="316" r:id="rId16"/>
    <p:sldId id="317" r:id="rId17"/>
    <p:sldId id="318" r:id="rId18"/>
    <p:sldId id="319" r:id="rId19"/>
    <p:sldId id="320" r:id="rId20"/>
    <p:sldId id="321" r:id="rId21"/>
    <p:sldId id="322" r:id="rId22"/>
    <p:sldId id="323" r:id="rId23"/>
    <p:sldId id="324" r:id="rId24"/>
    <p:sldId id="325" r:id="rId25"/>
    <p:sldId id="326" r:id="rId26"/>
    <p:sldId id="327" r:id="rId27"/>
  </p:sldIdLst>
  <p:sldSz cx="9144000" cy="5143500"/>
  <p:notesSz cx="5143500" cy="9144000"/>
  <p:custDataLst>
    <p:tags r:id="rId32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67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7AE60"/>
    <a:srgbClr val="183859"/>
    <a:srgbClr val="4D637F"/>
    <a:srgbClr val="4A607F"/>
    <a:srgbClr val="E67E22"/>
    <a:srgbClr val="E0852E"/>
    <a:srgbClr val="4BE6C7"/>
    <a:srgbClr val="F3FAF9"/>
    <a:srgbClr val="05204D"/>
    <a:srgbClr val="17A58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 showGuides="1">
      <p:cViewPr varScale="1">
        <p:scale>
          <a:sx n="136" d="100"/>
          <a:sy n="136" d="100"/>
        </p:scale>
        <p:origin x="216" y="312"/>
      </p:cViewPr>
      <p:guideLst>
        <p:guide orient="horz" pos="1567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4.xml"/><Relationship Id="rId8" Type="http://schemas.openxmlformats.org/officeDocument/2006/relationships/slide" Target="slides/slide3.xml"/><Relationship Id="rId7" Type="http://schemas.openxmlformats.org/officeDocument/2006/relationships/slide" Target="slides/slide2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2" Type="http://schemas.openxmlformats.org/officeDocument/2006/relationships/tags" Target="tags/tag66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handoutMaster" Target="handoutMasters/handoutMaster1.xml"/><Relationship Id="rId27" Type="http://schemas.openxmlformats.org/officeDocument/2006/relationships/slide" Target="slides/slide22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0" Type="http://schemas.openxmlformats.org/officeDocument/2006/relationships/slide" Target="slides/slide15.xml"/><Relationship Id="rId2" Type="http://schemas.openxmlformats.org/officeDocument/2006/relationships/theme" Target="theme/theme1.xml"/><Relationship Id="rId19" Type="http://schemas.openxmlformats.org/officeDocument/2006/relationships/slide" Target="slides/slide14.xml"/><Relationship Id="rId18" Type="http://schemas.openxmlformats.org/officeDocument/2006/relationships/slide" Target="slides/slide1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2185095" y="0"/>
            <a:ext cx="1671638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67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67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2185095" y="8685213"/>
            <a:ext cx="1671638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67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.xml.rels><?xml version="1.0" encoding="UTF-8" standalone="yes"?>
<Relationships xmlns="http://schemas.openxmlformats.org/package/2006/relationships"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9160" y="364490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 userDrawn="1"/>
        </p:nvSpPr>
        <p:spPr>
          <a:xfrm>
            <a:off x="-2168525" y="803275"/>
            <a:ext cx="13481685" cy="7750175"/>
          </a:xfrm>
          <a:prstGeom prst="rect">
            <a:avLst/>
          </a:prstGeom>
          <a:blipFill dpi="0" rotWithShape="1">
            <a:blip r:embed="rId3">
              <a:alphaModFix amt="50000"/>
              <a:duotone>
                <a:prstClr val="black"/>
                <a:schemeClr val="accent2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15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</a:extLst>
            </a:blip>
            <a:srcRect/>
            <a:stretch>
              <a:fillRect/>
            </a:stretch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2" name="Text 25"/>
          <p:cNvSpPr/>
          <p:nvPr userDrawn="1"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4" Type="http://schemas.openxmlformats.org/officeDocument/2006/relationships/theme" Target="../theme/theme2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slideLayout" Target="../slideLayouts/slideLayout6.xml"/><Relationship Id="rId1" Type="http://schemas.openxmlformats.org/officeDocument/2006/relationships/slideLayout" Target="../slideLayouts/slideLayout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5.xml"/><Relationship Id="rId7" Type="http://schemas.microsoft.com/office/2007/relationships/hdphoto" Target="../media/image6.wdp"/><Relationship Id="rId6" Type="http://schemas.openxmlformats.org/officeDocument/2006/relationships/image" Target="../media/image5.png"/><Relationship Id="rId5" Type="http://schemas.openxmlformats.org/officeDocument/2006/relationships/tags" Target="../tags/tag1.xml"/><Relationship Id="rId4" Type="http://schemas.microsoft.com/office/2007/relationships/hdphoto" Target="../media/image3.wdp"/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2.xml"/><Relationship Id="rId1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7.png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tags" Target="../tags/tag6.xml"/><Relationship Id="rId4" Type="http://schemas.openxmlformats.org/officeDocument/2006/relationships/tags" Target="../tags/tag5.xml"/><Relationship Id="rId3" Type="http://schemas.openxmlformats.org/officeDocument/2006/relationships/tags" Target="../tags/tag4.xml"/><Relationship Id="rId2" Type="http://schemas.openxmlformats.org/officeDocument/2006/relationships/tags" Target="../tags/tag3.xml"/><Relationship Id="rId13" Type="http://schemas.openxmlformats.org/officeDocument/2006/relationships/notesSlide" Target="../notesSlides/notesSlide3.xml"/><Relationship Id="rId12" Type="http://schemas.openxmlformats.org/officeDocument/2006/relationships/slideLayout" Target="../slideLayouts/slideLayout6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0.xml"/><Relationship Id="rId8" Type="http://schemas.openxmlformats.org/officeDocument/2006/relationships/tags" Target="../tags/tag19.xml"/><Relationship Id="rId7" Type="http://schemas.openxmlformats.org/officeDocument/2006/relationships/tags" Target="../tags/tag18.xml"/><Relationship Id="rId6" Type="http://schemas.openxmlformats.org/officeDocument/2006/relationships/tags" Target="../tags/tag17.xml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9" Type="http://schemas.openxmlformats.org/officeDocument/2006/relationships/notesSlide" Target="../notesSlides/notesSlide4.xml"/><Relationship Id="rId38" Type="http://schemas.openxmlformats.org/officeDocument/2006/relationships/slideLayout" Target="../slideLayouts/slideLayout6.xml"/><Relationship Id="rId37" Type="http://schemas.openxmlformats.org/officeDocument/2006/relationships/tags" Target="../tags/tag47.xml"/><Relationship Id="rId36" Type="http://schemas.openxmlformats.org/officeDocument/2006/relationships/image" Target="../media/image4.png"/><Relationship Id="rId35" Type="http://schemas.openxmlformats.org/officeDocument/2006/relationships/tags" Target="../tags/tag46.xml"/><Relationship Id="rId34" Type="http://schemas.openxmlformats.org/officeDocument/2006/relationships/tags" Target="../tags/tag45.xml"/><Relationship Id="rId33" Type="http://schemas.openxmlformats.org/officeDocument/2006/relationships/tags" Target="../tags/tag44.xml"/><Relationship Id="rId32" Type="http://schemas.openxmlformats.org/officeDocument/2006/relationships/tags" Target="../tags/tag43.xml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tags" Target="../tags/tag14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tags" Target="../tags/tag37.xml"/><Relationship Id="rId25" Type="http://schemas.openxmlformats.org/officeDocument/2006/relationships/tags" Target="../tags/tag36.xml"/><Relationship Id="rId24" Type="http://schemas.openxmlformats.org/officeDocument/2006/relationships/tags" Target="../tags/tag35.xml"/><Relationship Id="rId23" Type="http://schemas.openxmlformats.org/officeDocument/2006/relationships/tags" Target="../tags/tag34.xml"/><Relationship Id="rId22" Type="http://schemas.openxmlformats.org/officeDocument/2006/relationships/tags" Target="../tags/tag33.xml"/><Relationship Id="rId21" Type="http://schemas.openxmlformats.org/officeDocument/2006/relationships/tags" Target="../tags/tag32.xml"/><Relationship Id="rId20" Type="http://schemas.openxmlformats.org/officeDocument/2006/relationships/tags" Target="../tags/tag31.xml"/><Relationship Id="rId2" Type="http://schemas.openxmlformats.org/officeDocument/2006/relationships/tags" Target="../tags/tag13.xml"/><Relationship Id="rId19" Type="http://schemas.openxmlformats.org/officeDocument/2006/relationships/tags" Target="../tags/tag30.xml"/><Relationship Id="rId18" Type="http://schemas.openxmlformats.org/officeDocument/2006/relationships/tags" Target="../tags/tag29.xml"/><Relationship Id="rId17" Type="http://schemas.openxmlformats.org/officeDocument/2006/relationships/tags" Target="../tags/tag28.xml"/><Relationship Id="rId16" Type="http://schemas.openxmlformats.org/officeDocument/2006/relationships/tags" Target="../tags/tag27.xml"/><Relationship Id="rId15" Type="http://schemas.openxmlformats.org/officeDocument/2006/relationships/tags" Target="../tags/tag26.xml"/><Relationship Id="rId14" Type="http://schemas.openxmlformats.org/officeDocument/2006/relationships/tags" Target="../tags/tag25.xml"/><Relationship Id="rId13" Type="http://schemas.openxmlformats.org/officeDocument/2006/relationships/tags" Target="../tags/tag24.xml"/><Relationship Id="rId12" Type="http://schemas.openxmlformats.org/officeDocument/2006/relationships/tags" Target="../tags/tag23.xml"/><Relationship Id="rId11" Type="http://schemas.openxmlformats.org/officeDocument/2006/relationships/tags" Target="../tags/tag22.xml"/><Relationship Id="rId10" Type="http://schemas.openxmlformats.org/officeDocument/2006/relationships/tags" Target="../tags/tag21.xml"/><Relationship Id="rId1" Type="http://schemas.openxmlformats.org/officeDocument/2006/relationships/tags" Target="../tags/tag1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5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48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49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0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51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2.xml"/><Relationship Id="rId1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3.xml"/><Relationship Id="rId1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1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4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5.xml"/><Relationship Id="rId1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3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6.xml"/><Relationship Id="rId1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4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7.xml"/><Relationship Id="rId1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5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8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6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59.xml"/><Relationship Id="rId1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7.xml"/><Relationship Id="rId7" Type="http://schemas.openxmlformats.org/officeDocument/2006/relationships/slideLayout" Target="../slideLayouts/slideLayout5.xml"/><Relationship Id="rId6" Type="http://schemas.microsoft.com/office/2007/relationships/hdphoto" Target="../media/image6.wdp"/><Relationship Id="rId5" Type="http://schemas.openxmlformats.org/officeDocument/2006/relationships/image" Target="../media/image5.png"/><Relationship Id="rId4" Type="http://schemas.openxmlformats.org/officeDocument/2006/relationships/tags" Target="../tags/tag60.xml"/><Relationship Id="rId3" Type="http://schemas.microsoft.com/office/2007/relationships/hdphoto" Target="../media/image3.wdp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8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1.xml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9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2.xml"/><Relationship Id="rId1" Type="http://schemas.openxmlformats.org/officeDocument/2006/relationships/image" Target="../media/image4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3.xml"/><Relationship Id="rId1" Type="http://schemas.openxmlformats.org/officeDocument/2006/relationships/image" Target="../media/image4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64.xml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6.xml"/><Relationship Id="rId2" Type="http://schemas.openxmlformats.org/officeDocument/2006/relationships/tags" Target="../tags/tag65.xml"/><Relationship Id="rId1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/>
          <p:cNvSpPr/>
          <p:nvPr userDrawn="1"/>
        </p:nvSpPr>
        <p:spPr>
          <a:xfrm>
            <a:off x="54610" y="-635"/>
            <a:ext cx="9144000" cy="5144400"/>
          </a:xfrm>
          <a:prstGeom prst="rect">
            <a:avLst/>
          </a:prstGeom>
          <a:gradFill flip="none" rotWithShape="1">
            <a:gsLst>
              <a:gs pos="17000">
                <a:srgbClr val="00275C">
                  <a:alpha val="51000"/>
                </a:srgbClr>
              </a:gs>
              <a:gs pos="100000">
                <a:srgbClr val="00275C">
                  <a:alpha val="3200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矩形 1"/>
          <p:cNvSpPr/>
          <p:nvPr userDrawn="1"/>
        </p:nvSpPr>
        <p:spPr>
          <a:xfrm>
            <a:off x="54610" y="0"/>
            <a:ext cx="9144000" cy="5144400"/>
          </a:xfrm>
          <a:prstGeom prst="rect">
            <a:avLst/>
          </a:prstGeom>
          <a:gradFill flip="none" rotWithShape="1">
            <a:gsLst>
              <a:gs pos="3000">
                <a:srgbClr val="102A63">
                  <a:alpha val="84000"/>
                </a:srgbClr>
              </a:gs>
              <a:gs pos="85000">
                <a:srgbClr val="070D31">
                  <a:alpha val="69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175" y="777240"/>
            <a:ext cx="318833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基于大模型技术</a:t>
            </a:r>
            <a:r>
              <a:rPr lang="zh-CN" altLang="en-US" sz="2400" dirty="0">
                <a:solidFill>
                  <a:srgbClr val="6A9E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的</a:t>
            </a:r>
            <a:endParaRPr lang="zh-CN" altLang="en-US" sz="2400" dirty="0">
              <a:solidFill>
                <a:srgbClr val="6A9E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1" name="Text 9"/>
          <p:cNvSpPr/>
          <p:nvPr/>
        </p:nvSpPr>
        <p:spPr>
          <a:xfrm>
            <a:off x="384175" y="1160780"/>
            <a:ext cx="7772400" cy="1336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</a:t>
            </a:r>
            <a:endParaRPr lang="en-US" sz="34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教学结果检查评价与报表系统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384048" y="2433701"/>
            <a:ext cx="3200400" cy="54864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898267"/>
            <a:ext cx="749808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7EB8D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成果验收数字化　·　评价过程可复核　·　教学质量可汇总</a:t>
            </a:r>
            <a:endParaRPr lang="en-US" sz="1400" dirty="0"/>
          </a:p>
        </p:txBody>
      </p:sp>
      <p:grpSp>
        <p:nvGrpSpPr>
          <p:cNvPr id="33" name="组合 32"/>
          <p:cNvGrpSpPr/>
          <p:nvPr/>
        </p:nvGrpSpPr>
        <p:grpSpPr>
          <a:xfrm>
            <a:off x="384175" y="3788410"/>
            <a:ext cx="4481830" cy="311150"/>
            <a:chOff x="605" y="4977"/>
            <a:chExt cx="7058" cy="490"/>
          </a:xfrm>
        </p:grpSpPr>
        <p:grpSp>
          <p:nvGrpSpPr>
            <p:cNvPr id="26" name="组合 25"/>
            <p:cNvGrpSpPr/>
            <p:nvPr/>
          </p:nvGrpSpPr>
          <p:grpSpPr>
            <a:xfrm rot="0">
              <a:off x="605" y="4977"/>
              <a:ext cx="1872" cy="490"/>
              <a:chOff x="605" y="4248"/>
              <a:chExt cx="1872" cy="490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605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605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竞赛评委</a:t>
                </a:r>
                <a:endParaRPr lang="en-US" sz="1000" dirty="0"/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 rot="0">
              <a:off x="3252" y="4977"/>
              <a:ext cx="1872" cy="490"/>
              <a:chOff x="2736" y="4248"/>
              <a:chExt cx="1872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2736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2736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院校管理者</a:t>
                </a:r>
                <a:endParaRPr lang="en-US" sz="1000" dirty="0"/>
              </a:p>
            </p:txBody>
          </p:sp>
        </p:grpSp>
        <p:grpSp>
          <p:nvGrpSpPr>
            <p:cNvPr id="28" name="组合 27"/>
            <p:cNvGrpSpPr/>
            <p:nvPr/>
          </p:nvGrpSpPr>
          <p:grpSpPr>
            <a:xfrm rot="0">
              <a:off x="5791" y="4977"/>
              <a:ext cx="1872" cy="490"/>
              <a:chOff x="4867" y="4248"/>
              <a:chExt cx="1872" cy="490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4867" y="4248"/>
                <a:ext cx="1872" cy="490"/>
              </a:xfrm>
              <a:prstGeom prst="roundRect">
                <a:avLst>
                  <a:gd name="adj" fmla="val 17647"/>
                </a:avLst>
              </a:prstGeom>
              <a:solidFill>
                <a:srgbClr val="132E4A"/>
              </a:solidFill>
              <a:ln w="12700">
                <a:solidFill>
                  <a:srgbClr val="2A5A7A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4867" y="4248"/>
                <a:ext cx="1872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000" dirty="0">
                    <a:solidFill>
                      <a:srgbClr val="7EB8D8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软件实训教师</a:t>
                </a:r>
                <a:endParaRPr lang="en-US" sz="1000" dirty="0"/>
              </a:p>
            </p:txBody>
          </p:sp>
        </p:grpSp>
      </p:grpSp>
      <p:sp>
        <p:nvSpPr>
          <p:cNvPr id="20" name="Shape 18"/>
          <p:cNvSpPr/>
          <p:nvPr/>
        </p:nvSpPr>
        <p:spPr>
          <a:xfrm>
            <a:off x="384048" y="4220972"/>
            <a:ext cx="8375904" cy="9144"/>
          </a:xfrm>
          <a:prstGeom prst="rect">
            <a:avLst/>
          </a:prstGeom>
          <a:solidFill>
            <a:srgbClr val="2A4A6A"/>
          </a:solidFill>
          <a:ln w="12700">
            <a:solidFill>
              <a:srgbClr val="2A4A6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84175" y="4317365"/>
            <a:ext cx="287020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软件工程实训评价系统开发团队</a:t>
            </a:r>
            <a:endParaRPr lang="en-US" sz="1400" b="1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2674620" y="4309872"/>
            <a:ext cx="1261872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4A7A9A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2026-07-16</a:t>
            </a:r>
            <a:endParaRPr lang="en-US" sz="1600" dirty="0">
              <a:solidFill>
                <a:srgbClr val="4A7A9A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" name="组合 4"/>
          <p:cNvGrpSpPr/>
          <p:nvPr/>
        </p:nvGrpSpPr>
        <p:grpSpPr>
          <a:xfrm>
            <a:off x="-151765" y="-41275"/>
            <a:ext cx="7620000" cy="1074467"/>
            <a:chOff x="-239" y="-65"/>
            <a:chExt cx="12000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1257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6" name="组合 5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4" name="组合 2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功能演示  ·  V1.0.0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23" name="组合 22"/>
          <p:cNvGrpSpPr/>
          <p:nvPr/>
        </p:nvGrpSpPr>
        <p:grpSpPr>
          <a:xfrm>
            <a:off x="-90805" y="-831850"/>
            <a:ext cx="12099290" cy="8920480"/>
            <a:chOff x="1873" y="-8"/>
            <a:chExt cx="19054" cy="14048"/>
          </a:xfrm>
        </p:grpSpPr>
        <p:sp>
          <p:nvSpPr>
            <p:cNvPr id="98" name="矩形 97"/>
            <p:cNvSpPr/>
            <p:nvPr/>
          </p:nvSpPr>
          <p:spPr>
            <a:xfrm>
              <a:off x="1873" y="5474"/>
              <a:ext cx="14901" cy="8566"/>
            </a:xfrm>
            <a:prstGeom prst="rect">
              <a:avLst/>
            </a:prstGeom>
            <a:blipFill dpi="0" rotWithShape="1">
              <a:blip r:embed="rId3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4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8" name="图片 87"/>
            <p:cNvPicPr>
              <a:picLocks noChangeAspect="1"/>
            </p:cNvPicPr>
            <p:nvPr>
              <p:custDataLst>
                <p:tags r:id="rId5"/>
              </p:custDataLst>
            </p:nvPr>
          </p:nvPicPr>
          <p:blipFill>
            <a:blip r:embed="rId6">
              <a:extLst>
                <a:ext uri="{BEBA8EAE-BF5A-486C-A8C5-ECC9F3942E4B}">
                  <a14:imgProps xmlns:a14="http://schemas.microsoft.com/office/drawing/2010/main">
                    <a14:imgLayer r:embed="rId7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443" y="-8"/>
              <a:ext cx="11484" cy="1148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-151765" y="-41275"/>
            <a:ext cx="8930005" cy="1074467"/>
            <a:chOff x="-239" y="-65"/>
            <a:chExt cx="14063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" name="组合 2"/>
            <p:cNvGrpSpPr/>
            <p:nvPr/>
          </p:nvGrpSpPr>
          <p:grpSpPr>
            <a:xfrm>
              <a:off x="-239" y="-65"/>
              <a:ext cx="9637" cy="1692"/>
              <a:chOff x="-239" y="-65"/>
              <a:chExt cx="9637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239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2" name="组合 1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20040" y="502920"/>
            <a:ext cx="237299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建设背景与痛点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36550" y="998220"/>
            <a:ext cx="223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软件实训人工验收的四大挑战</a:t>
            </a:r>
            <a:endParaRPr lang="en-US" sz="1300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8463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38912" y="158800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📂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23444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材料分散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源码、文档、截图、报告各处提交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教师需逐一收集核对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617720" y="14173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82312" y="16184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736592" y="16184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🔄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5532120" y="16184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重复核对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532120" y="19476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多班级同类项目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教师重复阅读耗时巨大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004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605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❓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123444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依据难追溯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23444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评分依据存于脑中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同一作业标准难统一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617720" y="3017520"/>
            <a:ext cx="41605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782312" y="3218688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82312" y="3218688"/>
            <a:ext cx="6400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dirty="0">
                <a:solidFill>
                  <a:srgbClr val="000000"/>
                </a:solidFill>
              </a:rPr>
              <a:t>⏰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532120" y="3218688"/>
            <a:ext cx="31089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统计滞后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532120" y="3547872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成绩汇总依赖手工整理</a:t>
            </a:r>
            <a:endParaRPr lang="en-US" sz="1200" dirty="0"/>
          </a:p>
          <a:p>
            <a:pPr marL="0" indent="0" algn="l">
              <a:buNone/>
            </a:pPr>
            <a:r>
              <a:rPr lang="en-US" sz="12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班级质量画像缺失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36550" y="4732020"/>
            <a:ext cx="1615440" cy="3886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8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1" name="组合 30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33" name="组合 32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34" name="组合 33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08610" y="502920"/>
            <a:ext cx="247015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系统定位与边界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2819400" y="646430"/>
            <a:ext cx="35153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明确做什么、不做什么 — 避免答辩时被问偏</a:t>
            </a:r>
            <a:endParaRPr lang="en-US" sz="1300" dirty="0"/>
          </a:p>
        </p:txBody>
      </p:sp>
      <p:grpSp>
        <p:nvGrpSpPr>
          <p:cNvPr id="2" name="组合 1"/>
          <p:cNvGrpSpPr/>
          <p:nvPr/>
        </p:nvGrpSpPr>
        <p:grpSpPr>
          <a:xfrm>
            <a:off x="-740410" y="931545"/>
            <a:ext cx="5288280" cy="6000750"/>
            <a:chOff x="-942" y="1467"/>
            <a:chExt cx="8328" cy="9450"/>
          </a:xfrm>
        </p:grpSpPr>
        <p:grpSp>
          <p:nvGrpSpPr>
            <p:cNvPr id="3" name="组合 2"/>
            <p:cNvGrpSpPr/>
            <p:nvPr/>
          </p:nvGrpSpPr>
          <p:grpSpPr>
            <a:xfrm>
              <a:off x="-942" y="1467"/>
              <a:ext cx="8329" cy="9450"/>
              <a:chOff x="-1455" y="1437"/>
              <a:chExt cx="11062" cy="11675"/>
            </a:xfrm>
          </p:grpSpPr>
          <p:grpSp>
            <p:nvGrpSpPr>
              <p:cNvPr id="4" name="组合 3"/>
              <p:cNvGrpSpPr/>
              <p:nvPr>
                <p:custDataLst>
                  <p:tags r:id="rId2"/>
                </p:custDataLst>
              </p:nvPr>
            </p:nvGrpSpPr>
            <p:grpSpPr>
              <a:xfrm>
                <a:off x="1141" y="1631"/>
                <a:ext cx="7626" cy="6713"/>
                <a:chOff x="1141" y="1631"/>
                <a:chExt cx="7626" cy="6713"/>
              </a:xfrm>
            </p:grpSpPr>
            <p:sp>
              <p:nvSpPr>
                <p:cNvPr id="27" name="任意多边形: 形状 26"/>
                <p:cNvSpPr/>
                <p:nvPr>
                  <p:custDataLst>
                    <p:tags r:id="rId3"/>
                  </p:custDataLst>
                </p:nvPr>
              </p:nvSpPr>
              <p:spPr>
                <a:xfrm flipH="1">
                  <a:off x="1141" y="1638"/>
                  <a:ext cx="7198" cy="670"/>
                </a:xfrm>
                <a:custGeom>
                  <a:avLst/>
                  <a:gdLst>
                    <a:gd name="connsiteX0" fmla="*/ 0 w 4638665"/>
                    <a:gd name="connsiteY0" fmla="*/ 0 h 384510"/>
                    <a:gd name="connsiteX1" fmla="*/ 3863285 w 4638665"/>
                    <a:gd name="connsiteY1" fmla="*/ 0 h 384510"/>
                    <a:gd name="connsiteX2" fmla="*/ 4638665 w 4638665"/>
                    <a:gd name="connsiteY2" fmla="*/ 384510 h 384510"/>
                    <a:gd name="connsiteX3" fmla="*/ 63328 w 4638665"/>
                    <a:gd name="connsiteY3" fmla="*/ 384510 h 384510"/>
                    <a:gd name="connsiteX4" fmla="*/ 0 w 4638665"/>
                    <a:gd name="connsiteY4" fmla="*/ 0 h 384510"/>
                    <a:gd name="connsiteX0-1" fmla="*/ 0 w 4659620"/>
                    <a:gd name="connsiteY0-2" fmla="*/ 0 h 392130"/>
                    <a:gd name="connsiteX1-3" fmla="*/ 3884240 w 4659620"/>
                    <a:gd name="connsiteY1-4" fmla="*/ 7620 h 392130"/>
                    <a:gd name="connsiteX2-5" fmla="*/ 4659620 w 4659620"/>
                    <a:gd name="connsiteY2-6" fmla="*/ 392130 h 392130"/>
                    <a:gd name="connsiteX3-7" fmla="*/ 84283 w 4659620"/>
                    <a:gd name="connsiteY3-8" fmla="*/ 392130 h 392130"/>
                    <a:gd name="connsiteX4-9" fmla="*/ 0 w 4659620"/>
                    <a:gd name="connsiteY4-10" fmla="*/ 0 h 392130"/>
                    <a:gd name="connsiteX0-11" fmla="*/ 0 w 4737725"/>
                    <a:gd name="connsiteY0-12" fmla="*/ 0 h 390225"/>
                    <a:gd name="connsiteX1-13" fmla="*/ 3962345 w 4737725"/>
                    <a:gd name="connsiteY1-14" fmla="*/ 5715 h 390225"/>
                    <a:gd name="connsiteX2-15" fmla="*/ 4737725 w 4737725"/>
                    <a:gd name="connsiteY2-16" fmla="*/ 390225 h 390225"/>
                    <a:gd name="connsiteX3-17" fmla="*/ 162388 w 4737725"/>
                    <a:gd name="connsiteY3-18" fmla="*/ 390225 h 390225"/>
                    <a:gd name="connsiteX4-19" fmla="*/ 0 w 4737725"/>
                    <a:gd name="connsiteY4-20" fmla="*/ 0 h 390225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4737725" h="390225">
                      <a:moveTo>
                        <a:pt x="0" y="0"/>
                      </a:moveTo>
                      <a:lnTo>
                        <a:pt x="3962345" y="5715"/>
                      </a:lnTo>
                      <a:lnTo>
                        <a:pt x="4737725" y="390225"/>
                      </a:lnTo>
                      <a:lnTo>
                        <a:pt x="162388" y="39022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gradFill flip="none" rotWithShape="1">
                  <a:gsLst>
                    <a:gs pos="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alpha val="33000"/>
                      </a:schemeClr>
                    </a:gs>
                  </a:gsLst>
                  <a:lin ang="54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任意多边形: 形状 28"/>
                <p:cNvSpPr/>
                <p:nvPr>
                  <p:custDataLst>
                    <p:tags r:id="rId4"/>
                  </p:custDataLst>
                </p:nvPr>
              </p:nvSpPr>
              <p:spPr>
                <a:xfrm>
                  <a:off x="8321" y="1846"/>
                  <a:ext cx="446" cy="6498"/>
                </a:xfrm>
                <a:custGeom>
                  <a:avLst/>
                  <a:gdLst>
                    <a:gd name="connsiteX0" fmla="*/ 146304 w 298704"/>
                    <a:gd name="connsiteY0" fmla="*/ 3810000 h 3810000"/>
                    <a:gd name="connsiteX1" fmla="*/ 292608 w 298704"/>
                    <a:gd name="connsiteY1" fmla="*/ 3614928 h 3810000"/>
                    <a:gd name="connsiteX2" fmla="*/ 298704 w 298704"/>
                    <a:gd name="connsiteY2" fmla="*/ 0 h 3810000"/>
                    <a:gd name="connsiteX3" fmla="*/ 12192 w 298704"/>
                    <a:gd name="connsiteY3" fmla="*/ 316992 h 3810000"/>
                    <a:gd name="connsiteX4" fmla="*/ 0 w 298704"/>
                    <a:gd name="connsiteY4" fmla="*/ 2145792 h 3810000"/>
                    <a:gd name="connsiteX5" fmla="*/ 134112 w 298704"/>
                    <a:gd name="connsiteY5" fmla="*/ 2286000 h 3810000"/>
                    <a:gd name="connsiteX6" fmla="*/ 146304 w 298704"/>
                    <a:gd name="connsiteY6" fmla="*/ 3810000 h 3810000"/>
                    <a:gd name="connsiteX0-1" fmla="*/ 146304 w 293624"/>
                    <a:gd name="connsiteY0-2" fmla="*/ 3886200 h 3886200"/>
                    <a:gd name="connsiteX1-3" fmla="*/ 292608 w 293624"/>
                    <a:gd name="connsiteY1-4" fmla="*/ 3691128 h 3886200"/>
                    <a:gd name="connsiteX2-5" fmla="*/ 293624 w 293624"/>
                    <a:gd name="connsiteY2-6" fmla="*/ 0 h 3886200"/>
                    <a:gd name="connsiteX3-7" fmla="*/ 12192 w 293624"/>
                    <a:gd name="connsiteY3-8" fmla="*/ 393192 h 3886200"/>
                    <a:gd name="connsiteX4-9" fmla="*/ 0 w 293624"/>
                    <a:gd name="connsiteY4-10" fmla="*/ 2221992 h 3886200"/>
                    <a:gd name="connsiteX5-11" fmla="*/ 134112 w 293624"/>
                    <a:gd name="connsiteY5-12" fmla="*/ 2362200 h 3886200"/>
                    <a:gd name="connsiteX6-13" fmla="*/ 146304 w 293624"/>
                    <a:gd name="connsiteY6-14" fmla="*/ 3886200 h 3886200"/>
                    <a:gd name="connsiteX0-15" fmla="*/ 146304 w 293624"/>
                    <a:gd name="connsiteY0-16" fmla="*/ 3886200 h 3886200"/>
                    <a:gd name="connsiteX1-17" fmla="*/ 292608 w 293624"/>
                    <a:gd name="connsiteY1-18" fmla="*/ 3691128 h 3886200"/>
                    <a:gd name="connsiteX2-19" fmla="*/ 293624 w 293624"/>
                    <a:gd name="connsiteY2-20" fmla="*/ 0 h 3886200"/>
                    <a:gd name="connsiteX3-21" fmla="*/ 8382 w 293624"/>
                    <a:gd name="connsiteY3-22" fmla="*/ 387477 h 3886200"/>
                    <a:gd name="connsiteX4-23" fmla="*/ 0 w 293624"/>
                    <a:gd name="connsiteY4-24" fmla="*/ 2221992 h 3886200"/>
                    <a:gd name="connsiteX5-25" fmla="*/ 134112 w 293624"/>
                    <a:gd name="connsiteY5-26" fmla="*/ 2362200 h 3886200"/>
                    <a:gd name="connsiteX6-27" fmla="*/ 146304 w 293624"/>
                    <a:gd name="connsiteY6-28" fmla="*/ 3886200 h 38862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</a:cxnLst>
                  <a:rect l="l" t="t" r="r" b="b"/>
                  <a:pathLst>
                    <a:path w="293624" h="3886200">
                      <a:moveTo>
                        <a:pt x="146304" y="3886200"/>
                      </a:moveTo>
                      <a:lnTo>
                        <a:pt x="292608" y="3691128"/>
                      </a:lnTo>
                      <a:cubicBezTo>
                        <a:pt x="292947" y="2460752"/>
                        <a:pt x="293285" y="1230376"/>
                        <a:pt x="293624" y="0"/>
                      </a:cubicBezTo>
                      <a:lnTo>
                        <a:pt x="8382" y="387477"/>
                      </a:lnTo>
                      <a:lnTo>
                        <a:pt x="0" y="2221992"/>
                      </a:lnTo>
                      <a:lnTo>
                        <a:pt x="134112" y="2362200"/>
                      </a:lnTo>
                      <a:lnTo>
                        <a:pt x="146304" y="3886200"/>
                      </a:lnTo>
                      <a:close/>
                    </a:path>
                  </a:pathLst>
                </a:custGeom>
                <a:gradFill flip="none" rotWithShape="1">
                  <a:gsLst>
                    <a:gs pos="14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100000">
                      <a:schemeClr val="accent1">
                        <a:alpha val="33000"/>
                      </a:schemeClr>
                    </a:gs>
                  </a:gsLst>
                  <a:lin ang="10800000" scaled="1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: 形状 30"/>
                <p:cNvSpPr/>
                <p:nvPr>
                  <p:custDataLst>
                    <p:tags r:id="rId5"/>
                  </p:custDataLst>
                </p:nvPr>
              </p:nvSpPr>
              <p:spPr>
                <a:xfrm>
                  <a:off x="8092" y="1631"/>
                  <a:ext cx="601" cy="894"/>
                </a:xfrm>
                <a:custGeom>
                  <a:avLst/>
                  <a:gdLst>
                    <a:gd name="connsiteX0" fmla="*/ 0 w 416560"/>
                    <a:gd name="connsiteY0" fmla="*/ 350520 h 467360"/>
                    <a:gd name="connsiteX1" fmla="*/ 81280 w 416560"/>
                    <a:gd name="connsiteY1" fmla="*/ 0 h 467360"/>
                    <a:gd name="connsiteX2" fmla="*/ 416560 w 416560"/>
                    <a:gd name="connsiteY2" fmla="*/ 157480 h 467360"/>
                    <a:gd name="connsiteX3" fmla="*/ 157480 w 416560"/>
                    <a:gd name="connsiteY3" fmla="*/ 467360 h 467360"/>
                    <a:gd name="connsiteX4" fmla="*/ 0 w 416560"/>
                    <a:gd name="connsiteY4" fmla="*/ 350520 h 467360"/>
                    <a:gd name="connsiteX0-1" fmla="*/ 0 w 416560"/>
                    <a:gd name="connsiteY0-2" fmla="*/ 350520 h 484505"/>
                    <a:gd name="connsiteX1-3" fmla="*/ 81280 w 416560"/>
                    <a:gd name="connsiteY1-4" fmla="*/ 0 h 484505"/>
                    <a:gd name="connsiteX2-5" fmla="*/ 416560 w 416560"/>
                    <a:gd name="connsiteY2-6" fmla="*/ 157480 h 484505"/>
                    <a:gd name="connsiteX3-7" fmla="*/ 142240 w 416560"/>
                    <a:gd name="connsiteY3-8" fmla="*/ 484505 h 484505"/>
                    <a:gd name="connsiteX4-9" fmla="*/ 0 w 416560"/>
                    <a:gd name="connsiteY4-10" fmla="*/ 350520 h 484505"/>
                    <a:gd name="connsiteX0-11" fmla="*/ 0 w 416560"/>
                    <a:gd name="connsiteY0-12" fmla="*/ 373380 h 507365"/>
                    <a:gd name="connsiteX1-13" fmla="*/ 130810 w 416560"/>
                    <a:gd name="connsiteY1-14" fmla="*/ 0 h 507365"/>
                    <a:gd name="connsiteX2-15" fmla="*/ 416560 w 416560"/>
                    <a:gd name="connsiteY2-16" fmla="*/ 180340 h 507365"/>
                    <a:gd name="connsiteX3-17" fmla="*/ 142240 w 416560"/>
                    <a:gd name="connsiteY3-18" fmla="*/ 507365 h 507365"/>
                    <a:gd name="connsiteX4-19" fmla="*/ 0 w 416560"/>
                    <a:gd name="connsiteY4-20" fmla="*/ 373380 h 507365"/>
                    <a:gd name="connsiteX0-21" fmla="*/ 0 w 420370"/>
                    <a:gd name="connsiteY0-22" fmla="*/ 373380 h 507365"/>
                    <a:gd name="connsiteX1-23" fmla="*/ 130810 w 420370"/>
                    <a:gd name="connsiteY1-24" fmla="*/ 0 h 507365"/>
                    <a:gd name="connsiteX2-25" fmla="*/ 420370 w 420370"/>
                    <a:gd name="connsiteY2-26" fmla="*/ 207010 h 507365"/>
                    <a:gd name="connsiteX3-27" fmla="*/ 142240 w 420370"/>
                    <a:gd name="connsiteY3-28" fmla="*/ 507365 h 507365"/>
                    <a:gd name="connsiteX4-29" fmla="*/ 0 w 420370"/>
                    <a:gd name="connsiteY4-30" fmla="*/ 373380 h 507365"/>
                    <a:gd name="connsiteX0-31" fmla="*/ 0 w 420370"/>
                    <a:gd name="connsiteY0-32" fmla="*/ 371475 h 505460"/>
                    <a:gd name="connsiteX1-33" fmla="*/ 130810 w 420370"/>
                    <a:gd name="connsiteY1-34" fmla="*/ 0 h 505460"/>
                    <a:gd name="connsiteX2-35" fmla="*/ 420370 w 420370"/>
                    <a:gd name="connsiteY2-36" fmla="*/ 205105 h 505460"/>
                    <a:gd name="connsiteX3-37" fmla="*/ 142240 w 420370"/>
                    <a:gd name="connsiteY3-38" fmla="*/ 505460 h 505460"/>
                    <a:gd name="connsiteX4-39" fmla="*/ 0 w 420370"/>
                    <a:gd name="connsiteY4-40" fmla="*/ 371475 h 505460"/>
                    <a:gd name="connsiteX0-41" fmla="*/ 0 w 427990"/>
                    <a:gd name="connsiteY0-42" fmla="*/ 371475 h 505460"/>
                    <a:gd name="connsiteX1-43" fmla="*/ 130810 w 427990"/>
                    <a:gd name="connsiteY1-44" fmla="*/ 0 h 505460"/>
                    <a:gd name="connsiteX2-45" fmla="*/ 427990 w 427990"/>
                    <a:gd name="connsiteY2-46" fmla="*/ 193675 h 505460"/>
                    <a:gd name="connsiteX3-47" fmla="*/ 142240 w 427990"/>
                    <a:gd name="connsiteY3-48" fmla="*/ 505460 h 505460"/>
                    <a:gd name="connsiteX4-49" fmla="*/ 0 w 427990"/>
                    <a:gd name="connsiteY4-50" fmla="*/ 371475 h 505460"/>
                    <a:gd name="connsiteX0-51" fmla="*/ 0 w 427990"/>
                    <a:gd name="connsiteY0-52" fmla="*/ 405765 h 539750"/>
                    <a:gd name="connsiteX1-53" fmla="*/ 64135 w 427990"/>
                    <a:gd name="connsiteY1-54" fmla="*/ 0 h 539750"/>
                    <a:gd name="connsiteX2-55" fmla="*/ 427990 w 427990"/>
                    <a:gd name="connsiteY2-56" fmla="*/ 227965 h 539750"/>
                    <a:gd name="connsiteX3-57" fmla="*/ 142240 w 427990"/>
                    <a:gd name="connsiteY3-58" fmla="*/ 539750 h 539750"/>
                    <a:gd name="connsiteX4-59" fmla="*/ 0 w 427990"/>
                    <a:gd name="connsiteY4-60" fmla="*/ 405765 h 539750"/>
                    <a:gd name="connsiteX0-61" fmla="*/ 0 w 427990"/>
                    <a:gd name="connsiteY0-62" fmla="*/ 405765 h 539750"/>
                    <a:gd name="connsiteX1-63" fmla="*/ 64135 w 427990"/>
                    <a:gd name="connsiteY1-64" fmla="*/ 0 h 539750"/>
                    <a:gd name="connsiteX2-65" fmla="*/ 427990 w 427990"/>
                    <a:gd name="connsiteY2-66" fmla="*/ 248920 h 539750"/>
                    <a:gd name="connsiteX3-67" fmla="*/ 142240 w 427990"/>
                    <a:gd name="connsiteY3-68" fmla="*/ 539750 h 539750"/>
                    <a:gd name="connsiteX4-69" fmla="*/ 0 w 427990"/>
                    <a:gd name="connsiteY4-70" fmla="*/ 405765 h 539750"/>
                    <a:gd name="connsiteX0-71" fmla="*/ 0 w 427990"/>
                    <a:gd name="connsiteY0-72" fmla="*/ 398145 h 532130"/>
                    <a:gd name="connsiteX1-73" fmla="*/ 73660 w 427990"/>
                    <a:gd name="connsiteY1-74" fmla="*/ 0 h 532130"/>
                    <a:gd name="connsiteX2-75" fmla="*/ 427990 w 427990"/>
                    <a:gd name="connsiteY2-76" fmla="*/ 241300 h 532130"/>
                    <a:gd name="connsiteX3-77" fmla="*/ 142240 w 427990"/>
                    <a:gd name="connsiteY3-78" fmla="*/ 532130 h 532130"/>
                    <a:gd name="connsiteX4-79" fmla="*/ 0 w 427990"/>
                    <a:gd name="connsiteY4-80" fmla="*/ 398145 h 532130"/>
                    <a:gd name="connsiteX0-81" fmla="*/ 0 w 437515"/>
                    <a:gd name="connsiteY0-82" fmla="*/ 398145 h 532130"/>
                    <a:gd name="connsiteX1-83" fmla="*/ 73660 w 437515"/>
                    <a:gd name="connsiteY1-84" fmla="*/ 0 h 532130"/>
                    <a:gd name="connsiteX2-85" fmla="*/ 437515 w 437515"/>
                    <a:gd name="connsiteY2-86" fmla="*/ 292735 h 532130"/>
                    <a:gd name="connsiteX3-87" fmla="*/ 142240 w 437515"/>
                    <a:gd name="connsiteY3-88" fmla="*/ 532130 h 532130"/>
                    <a:gd name="connsiteX4-89" fmla="*/ 0 w 437515"/>
                    <a:gd name="connsiteY4-90" fmla="*/ 398145 h 532130"/>
                    <a:gd name="connsiteX0-91" fmla="*/ 0 w 389890"/>
                    <a:gd name="connsiteY0-92" fmla="*/ 398145 h 532130"/>
                    <a:gd name="connsiteX1-93" fmla="*/ 73660 w 389890"/>
                    <a:gd name="connsiteY1-94" fmla="*/ 0 h 532130"/>
                    <a:gd name="connsiteX2-95" fmla="*/ 389890 w 389890"/>
                    <a:gd name="connsiteY2-96" fmla="*/ 210820 h 532130"/>
                    <a:gd name="connsiteX3-97" fmla="*/ 142240 w 389890"/>
                    <a:gd name="connsiteY3-98" fmla="*/ 532130 h 532130"/>
                    <a:gd name="connsiteX4-99" fmla="*/ 0 w 389890"/>
                    <a:gd name="connsiteY4-100" fmla="*/ 398145 h 532130"/>
                    <a:gd name="connsiteX0-101" fmla="*/ 0 w 389890"/>
                    <a:gd name="connsiteY0-102" fmla="*/ 398145 h 539750"/>
                    <a:gd name="connsiteX1-103" fmla="*/ 73660 w 389890"/>
                    <a:gd name="connsiteY1-104" fmla="*/ 0 h 539750"/>
                    <a:gd name="connsiteX2-105" fmla="*/ 389890 w 389890"/>
                    <a:gd name="connsiteY2-106" fmla="*/ 210820 h 539750"/>
                    <a:gd name="connsiteX3-107" fmla="*/ 146050 w 389890"/>
                    <a:gd name="connsiteY3-108" fmla="*/ 539750 h 539750"/>
                    <a:gd name="connsiteX4-109" fmla="*/ 0 w 389890"/>
                    <a:gd name="connsiteY4-110" fmla="*/ 398145 h 539750"/>
                    <a:gd name="connsiteX0-111" fmla="*/ 0 w 395605"/>
                    <a:gd name="connsiteY0-112" fmla="*/ 398145 h 539750"/>
                    <a:gd name="connsiteX1-113" fmla="*/ 79375 w 395605"/>
                    <a:gd name="connsiteY1-114" fmla="*/ 0 h 539750"/>
                    <a:gd name="connsiteX2-115" fmla="*/ 395605 w 395605"/>
                    <a:gd name="connsiteY2-116" fmla="*/ 210820 h 539750"/>
                    <a:gd name="connsiteX3-117" fmla="*/ 151765 w 395605"/>
                    <a:gd name="connsiteY3-118" fmla="*/ 539750 h 539750"/>
                    <a:gd name="connsiteX4-119" fmla="*/ 0 w 395605"/>
                    <a:gd name="connsiteY4-120" fmla="*/ 398145 h 539750"/>
                    <a:gd name="connsiteX0-121" fmla="*/ 0 w 395605"/>
                    <a:gd name="connsiteY0-122" fmla="*/ 377190 h 518795"/>
                    <a:gd name="connsiteX1-123" fmla="*/ 128905 w 395605"/>
                    <a:gd name="connsiteY1-124" fmla="*/ 0 h 518795"/>
                    <a:gd name="connsiteX2-125" fmla="*/ 395605 w 395605"/>
                    <a:gd name="connsiteY2-126" fmla="*/ 189865 h 518795"/>
                    <a:gd name="connsiteX3-127" fmla="*/ 151765 w 395605"/>
                    <a:gd name="connsiteY3-128" fmla="*/ 518795 h 518795"/>
                    <a:gd name="connsiteX4-129" fmla="*/ 0 w 395605"/>
                    <a:gd name="connsiteY4-130" fmla="*/ 377190 h 518795"/>
                    <a:gd name="connsiteX0-131" fmla="*/ 0 w 395605"/>
                    <a:gd name="connsiteY0-132" fmla="*/ 379095 h 520700"/>
                    <a:gd name="connsiteX1-133" fmla="*/ 155575 w 395605"/>
                    <a:gd name="connsiteY1-134" fmla="*/ 0 h 520700"/>
                    <a:gd name="connsiteX2-135" fmla="*/ 395605 w 395605"/>
                    <a:gd name="connsiteY2-136" fmla="*/ 191770 h 520700"/>
                    <a:gd name="connsiteX3-137" fmla="*/ 151765 w 395605"/>
                    <a:gd name="connsiteY3-138" fmla="*/ 520700 h 520700"/>
                    <a:gd name="connsiteX4-139" fmla="*/ 0 w 395605"/>
                    <a:gd name="connsiteY4-140" fmla="*/ 379095 h 520700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</a:cxnLst>
                  <a:rect l="l" t="t" r="r" b="b"/>
                  <a:pathLst>
                    <a:path w="395605" h="520700">
                      <a:moveTo>
                        <a:pt x="0" y="379095"/>
                      </a:moveTo>
                      <a:lnTo>
                        <a:pt x="155575" y="0"/>
                      </a:lnTo>
                      <a:lnTo>
                        <a:pt x="395605" y="191770"/>
                      </a:lnTo>
                      <a:lnTo>
                        <a:pt x="151765" y="520700"/>
                      </a:lnTo>
                      <a:lnTo>
                        <a:pt x="0" y="379095"/>
                      </a:lnTo>
                      <a:close/>
                    </a:path>
                  </a:pathLst>
                </a:custGeom>
                <a:gradFill flip="none" rotWithShape="1">
                  <a:gsLst>
                    <a:gs pos="21000">
                      <a:schemeClr val="accent1">
                        <a:lumMod val="60000"/>
                        <a:lumOff val="40000"/>
                        <a:alpha val="0"/>
                      </a:schemeClr>
                    </a:gs>
                    <a:gs pos="79000">
                      <a:schemeClr val="accent1">
                        <a:alpha val="33000"/>
                      </a:scheme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  <p:grpSp>
            <p:nvGrpSpPr>
              <p:cNvPr id="30" name="组合 29"/>
              <p:cNvGrpSpPr/>
              <p:nvPr>
                <p:custDataLst>
                  <p:tags r:id="rId6"/>
                </p:custDataLst>
              </p:nvPr>
            </p:nvGrpSpPr>
            <p:grpSpPr>
              <a:xfrm>
                <a:off x="-1455" y="1437"/>
                <a:ext cx="11062" cy="11675"/>
                <a:chOff x="993" y="1437"/>
                <a:chExt cx="11062" cy="11675"/>
              </a:xfrm>
            </p:grpSpPr>
            <p:grpSp>
              <p:nvGrpSpPr>
                <p:cNvPr id="64" name="组合 63"/>
                <p:cNvGrpSpPr/>
                <p:nvPr>
                  <p:custDataLst>
                    <p:tags r:id="rId7"/>
                  </p:custDataLst>
                </p:nvPr>
              </p:nvGrpSpPr>
              <p:grpSpPr>
                <a:xfrm>
                  <a:off x="993" y="2299"/>
                  <a:ext cx="9991" cy="10813"/>
                  <a:chOff x="227557" y="1464400"/>
                  <a:chExt cx="6575642" cy="7470424"/>
                </a:xfrm>
              </p:grpSpPr>
              <p:sp>
                <p:nvSpPr>
                  <p:cNvPr id="36" name="任意多边形: 形状 33"/>
                  <p:cNvSpPr/>
                  <p:nvPr/>
                </p:nvSpPr>
                <p:spPr>
                  <a:xfrm>
                    <a:off x="1806366" y="1464400"/>
                    <a:ext cx="4996833" cy="4243663"/>
                  </a:xfrm>
                  <a:custGeom>
                    <a:avLst/>
                    <a:gdLst>
                      <a:gd name="connsiteX0" fmla="*/ 274320 w 9874244"/>
                      <a:gd name="connsiteY0" fmla="*/ 0 h 7383687"/>
                      <a:gd name="connsiteX1" fmla="*/ 583655 w 9874244"/>
                      <a:gd name="connsiteY1" fmla="*/ 0 h 7383687"/>
                      <a:gd name="connsiteX2" fmla="*/ 4495068 w 9874244"/>
                      <a:gd name="connsiteY2" fmla="*/ 0 h 7383687"/>
                      <a:gd name="connsiteX3" fmla="*/ 4785360 w 9874244"/>
                      <a:gd name="connsiteY3" fmla="*/ 0 h 7383687"/>
                      <a:gd name="connsiteX4" fmla="*/ 4804404 w 9874244"/>
                      <a:gd name="connsiteY4" fmla="*/ 0 h 7383687"/>
                      <a:gd name="connsiteX5" fmla="*/ 5094696 w 9874244"/>
                      <a:gd name="connsiteY5" fmla="*/ 0 h 7383687"/>
                      <a:gd name="connsiteX6" fmla="*/ 9006108 w 9874244"/>
                      <a:gd name="connsiteY6" fmla="*/ 0 h 7383687"/>
                      <a:gd name="connsiteX7" fmla="*/ 9315444 w 9874244"/>
                      <a:gd name="connsiteY7" fmla="*/ 0 h 7383687"/>
                      <a:gd name="connsiteX8" fmla="*/ 9610084 w 9874244"/>
                      <a:gd name="connsiteY8" fmla="*/ 248920 h 7383687"/>
                      <a:gd name="connsiteX9" fmla="*/ 9610084 w 9874244"/>
                      <a:gd name="connsiteY9" fmla="*/ 764447 h 7383687"/>
                      <a:gd name="connsiteX10" fmla="*/ 9610084 w 9874244"/>
                      <a:gd name="connsiteY10" fmla="*/ 3881120 h 7383687"/>
                      <a:gd name="connsiteX11" fmla="*/ 9874244 w 9874244"/>
                      <a:gd name="connsiteY11" fmla="*/ 4145280 h 7383687"/>
                      <a:gd name="connsiteX12" fmla="*/ 9874244 w 9874244"/>
                      <a:gd name="connsiteY12" fmla="*/ 4660807 h 7383687"/>
                      <a:gd name="connsiteX13" fmla="*/ 9874244 w 9874244"/>
                      <a:gd name="connsiteY13" fmla="*/ 6695440 h 7383687"/>
                      <a:gd name="connsiteX14" fmla="*/ 9874244 w 9874244"/>
                      <a:gd name="connsiteY14" fmla="*/ 7210967 h 7383687"/>
                      <a:gd name="connsiteX15" fmla="*/ 9701524 w 9874244"/>
                      <a:gd name="connsiteY15" fmla="*/ 7383687 h 7383687"/>
                      <a:gd name="connsiteX16" fmla="*/ 9392188 w 9874244"/>
                      <a:gd name="connsiteY16" fmla="*/ 7383687 h 7383687"/>
                      <a:gd name="connsiteX17" fmla="*/ 5480776 w 9874244"/>
                      <a:gd name="connsiteY17" fmla="*/ 7383687 h 7383687"/>
                      <a:gd name="connsiteX18" fmla="*/ 5171440 w 9874244"/>
                      <a:gd name="connsiteY18" fmla="*/ 7383687 h 7383687"/>
                      <a:gd name="connsiteX19" fmla="*/ 4702804 w 9874244"/>
                      <a:gd name="connsiteY19" fmla="*/ 7383687 h 7383687"/>
                      <a:gd name="connsiteX20" fmla="*/ 4393468 w 9874244"/>
                      <a:gd name="connsiteY20" fmla="*/ 7383687 h 7383687"/>
                      <a:gd name="connsiteX21" fmla="*/ 482055 w 9874244"/>
                      <a:gd name="connsiteY21" fmla="*/ 7383687 h 7383687"/>
                      <a:gd name="connsiteX22" fmla="*/ 172720 w 9874244"/>
                      <a:gd name="connsiteY22" fmla="*/ 7383687 h 7383687"/>
                      <a:gd name="connsiteX23" fmla="*/ 0 w 9874244"/>
                      <a:gd name="connsiteY23" fmla="*/ 7210967 h 7383687"/>
                      <a:gd name="connsiteX24" fmla="*/ 1217 w 9874244"/>
                      <a:gd name="connsiteY24" fmla="*/ 6696656 h 7383687"/>
                      <a:gd name="connsiteX25" fmla="*/ 0 w 9874244"/>
                      <a:gd name="connsiteY25" fmla="*/ 6695440 h 7383687"/>
                      <a:gd name="connsiteX26" fmla="*/ 15240 w 9874244"/>
                      <a:gd name="connsiteY26" fmla="*/ 251460 h 7383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9874244" h="7383687">
                        <a:moveTo>
                          <a:pt x="274320" y="0"/>
                        </a:moveTo>
                        <a:lnTo>
                          <a:pt x="583655" y="0"/>
                        </a:lnTo>
                        <a:lnTo>
                          <a:pt x="4495068" y="0"/>
                        </a:lnTo>
                        <a:lnTo>
                          <a:pt x="4785360" y="0"/>
                        </a:lnTo>
                        <a:lnTo>
                          <a:pt x="4804404" y="0"/>
                        </a:lnTo>
                        <a:lnTo>
                          <a:pt x="5094696" y="0"/>
                        </a:lnTo>
                        <a:lnTo>
                          <a:pt x="9006108" y="0"/>
                        </a:lnTo>
                        <a:lnTo>
                          <a:pt x="9315444" y="0"/>
                        </a:lnTo>
                        <a:lnTo>
                          <a:pt x="9610084" y="248920"/>
                        </a:lnTo>
                        <a:lnTo>
                          <a:pt x="9610084" y="764447"/>
                        </a:lnTo>
                        <a:lnTo>
                          <a:pt x="9610084" y="3881120"/>
                        </a:lnTo>
                        <a:lnTo>
                          <a:pt x="9874244" y="4145280"/>
                        </a:lnTo>
                        <a:lnTo>
                          <a:pt x="9874244" y="4660807"/>
                        </a:lnTo>
                        <a:lnTo>
                          <a:pt x="9874244" y="6695440"/>
                        </a:lnTo>
                        <a:lnTo>
                          <a:pt x="9874244" y="7210967"/>
                        </a:lnTo>
                        <a:lnTo>
                          <a:pt x="9701524" y="7383687"/>
                        </a:lnTo>
                        <a:lnTo>
                          <a:pt x="9392188" y="7383687"/>
                        </a:lnTo>
                        <a:lnTo>
                          <a:pt x="5480776" y="7383687"/>
                        </a:lnTo>
                        <a:lnTo>
                          <a:pt x="5171440" y="7383687"/>
                        </a:lnTo>
                        <a:lnTo>
                          <a:pt x="4702804" y="7383687"/>
                        </a:lnTo>
                        <a:lnTo>
                          <a:pt x="4393468" y="7383687"/>
                        </a:lnTo>
                        <a:lnTo>
                          <a:pt x="482055" y="7383687"/>
                        </a:lnTo>
                        <a:lnTo>
                          <a:pt x="172720" y="7383687"/>
                        </a:lnTo>
                        <a:lnTo>
                          <a:pt x="0" y="7210967"/>
                        </a:lnTo>
                        <a:lnTo>
                          <a:pt x="1217" y="6696656"/>
                        </a:lnTo>
                        <a:lnTo>
                          <a:pt x="0" y="6695440"/>
                        </a:lnTo>
                        <a:lnTo>
                          <a:pt x="15240" y="25146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alpha val="50000"/>
                        </a:schemeClr>
                      </a:gs>
                      <a:gs pos="50000">
                        <a:srgbClr val="569ADE">
                          <a:alpha val="0"/>
                        </a:srgbClr>
                      </a:gs>
                      <a:gs pos="100000">
                        <a:schemeClr val="accent2">
                          <a:alpha val="50000"/>
                        </a:schemeClr>
                      </a:gs>
                    </a:gsLst>
                    <a:lin ang="2700000" scaled="1"/>
                    <a:tileRect/>
                  </a:gradFill>
                  <a:ln w="6350">
                    <a:gradFill>
                      <a:gsLst>
                        <a:gs pos="0">
                          <a:schemeClr val="accent1"/>
                        </a:gs>
                        <a:gs pos="50000">
                          <a:srgbClr val="0886D0"/>
                        </a:gs>
                        <a:gs pos="100000">
                          <a:schemeClr val="accent2"/>
                        </a:gs>
                      </a:gsLst>
                      <a:lin ang="27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219200"/>
                    <a:endParaRPr lang="zh-CN" altLang="en-US" sz="1600" dirty="0">
                      <a:solidFill>
                        <a:prstClr val="white"/>
                      </a:solidFill>
                      <a:latin typeface="阿里巴巴普惠体 R"/>
                      <a:ea typeface="阿里巴巴普惠体 R"/>
                    </a:endParaRPr>
                  </a:p>
                </p:txBody>
              </p:sp>
              <p:sp>
                <p:nvSpPr>
                  <p:cNvPr id="63" name="任意多边形: 形状 62"/>
                  <p:cNvSpPr/>
                  <p:nvPr/>
                </p:nvSpPr>
                <p:spPr>
                  <a:xfrm flipH="1">
                    <a:off x="227557" y="5100290"/>
                    <a:ext cx="4890050" cy="3834534"/>
                  </a:xfrm>
                  <a:custGeom>
                    <a:avLst/>
                    <a:gdLst>
                      <a:gd name="connsiteX0" fmla="*/ 2554 w 4890050"/>
                      <a:gd name="connsiteY0" fmla="*/ 3594082 h 3834534"/>
                      <a:gd name="connsiteX1" fmla="*/ 0 w 4890050"/>
                      <a:gd name="connsiteY1" fmla="*/ 3594082 h 3834534"/>
                      <a:gd name="connsiteX2" fmla="*/ 0 w 4890050"/>
                      <a:gd name="connsiteY2" fmla="*/ 3812622 h 3834534"/>
                      <a:gd name="connsiteX3" fmla="*/ 2554 w 4890050"/>
                      <a:gd name="connsiteY3" fmla="*/ 3815261 h 3834534"/>
                      <a:gd name="connsiteX4" fmla="*/ 264349 w 4890050"/>
                      <a:gd name="connsiteY4" fmla="*/ 3594082 h 3834534"/>
                      <a:gd name="connsiteX5" fmla="*/ 261767 w 4890050"/>
                      <a:gd name="connsiteY5" fmla="*/ 3594082 h 3834534"/>
                      <a:gd name="connsiteX6" fmla="*/ 261767 w 4890050"/>
                      <a:gd name="connsiteY6" fmla="*/ 3834534 h 3834534"/>
                      <a:gd name="connsiteX7" fmla="*/ 264349 w 4890050"/>
                      <a:gd name="connsiteY7" fmla="*/ 3834534 h 3834534"/>
                      <a:gd name="connsiteX8" fmla="*/ 526116 w 4890050"/>
                      <a:gd name="connsiteY8" fmla="*/ 3594082 h 3834534"/>
                      <a:gd name="connsiteX9" fmla="*/ 523535 w 4890050"/>
                      <a:gd name="connsiteY9" fmla="*/ 3594082 h 3834534"/>
                      <a:gd name="connsiteX10" fmla="*/ 523535 w 4890050"/>
                      <a:gd name="connsiteY10" fmla="*/ 3834534 h 3834534"/>
                      <a:gd name="connsiteX11" fmla="*/ 526116 w 4890050"/>
                      <a:gd name="connsiteY11" fmla="*/ 3834534 h 3834534"/>
                      <a:gd name="connsiteX12" fmla="*/ 787885 w 4890050"/>
                      <a:gd name="connsiteY12" fmla="*/ 3594082 h 3834534"/>
                      <a:gd name="connsiteX13" fmla="*/ 785301 w 4890050"/>
                      <a:gd name="connsiteY13" fmla="*/ 3594082 h 3834534"/>
                      <a:gd name="connsiteX14" fmla="*/ 785301 w 4890050"/>
                      <a:gd name="connsiteY14" fmla="*/ 3834534 h 3834534"/>
                      <a:gd name="connsiteX15" fmla="*/ 787885 w 4890050"/>
                      <a:gd name="connsiteY15" fmla="*/ 3834534 h 3834534"/>
                      <a:gd name="connsiteX16" fmla="*/ 1049590 w 4890050"/>
                      <a:gd name="connsiteY16" fmla="*/ 3594082 h 3834534"/>
                      <a:gd name="connsiteX17" fmla="*/ 1047010 w 4890050"/>
                      <a:gd name="connsiteY17" fmla="*/ 3594082 h 3834534"/>
                      <a:gd name="connsiteX18" fmla="*/ 1047010 w 4890050"/>
                      <a:gd name="connsiteY18" fmla="*/ 3834534 h 3834534"/>
                      <a:gd name="connsiteX19" fmla="*/ 1049590 w 4890050"/>
                      <a:gd name="connsiteY19" fmla="*/ 3834534 h 3834534"/>
                      <a:gd name="connsiteX20" fmla="*/ 1311348 w 4890050"/>
                      <a:gd name="connsiteY20" fmla="*/ 3594082 h 3834534"/>
                      <a:gd name="connsiteX21" fmla="*/ 1308753 w 4890050"/>
                      <a:gd name="connsiteY21" fmla="*/ 3594082 h 3834534"/>
                      <a:gd name="connsiteX22" fmla="*/ 1308753 w 4890050"/>
                      <a:gd name="connsiteY22" fmla="*/ 3834534 h 3834534"/>
                      <a:gd name="connsiteX23" fmla="*/ 1311348 w 4890050"/>
                      <a:gd name="connsiteY23" fmla="*/ 3834534 h 3834534"/>
                      <a:gd name="connsiteX24" fmla="*/ 1573093 w 4890050"/>
                      <a:gd name="connsiteY24" fmla="*/ 3594082 h 3834534"/>
                      <a:gd name="connsiteX25" fmla="*/ 1570535 w 4890050"/>
                      <a:gd name="connsiteY25" fmla="*/ 3594082 h 3834534"/>
                      <a:gd name="connsiteX26" fmla="*/ 1570535 w 4890050"/>
                      <a:gd name="connsiteY26" fmla="*/ 3834534 h 3834534"/>
                      <a:gd name="connsiteX27" fmla="*/ 1573093 w 4890050"/>
                      <a:gd name="connsiteY27" fmla="*/ 3834534 h 3834534"/>
                      <a:gd name="connsiteX28" fmla="*/ 1834875 w 4890050"/>
                      <a:gd name="connsiteY28" fmla="*/ 3594082 h 3834534"/>
                      <a:gd name="connsiteX29" fmla="*/ 1832295 w 4890050"/>
                      <a:gd name="connsiteY29" fmla="*/ 3594082 h 3834534"/>
                      <a:gd name="connsiteX30" fmla="*/ 1832295 w 4890050"/>
                      <a:gd name="connsiteY30" fmla="*/ 3834534 h 3834534"/>
                      <a:gd name="connsiteX31" fmla="*/ 1834875 w 4890050"/>
                      <a:gd name="connsiteY31" fmla="*/ 3834534 h 3834534"/>
                      <a:gd name="connsiteX32" fmla="*/ 2096628 w 4890050"/>
                      <a:gd name="connsiteY32" fmla="*/ 3594082 h 3834534"/>
                      <a:gd name="connsiteX33" fmla="*/ 2094066 w 4890050"/>
                      <a:gd name="connsiteY33" fmla="*/ 3594082 h 3834534"/>
                      <a:gd name="connsiteX34" fmla="*/ 2094066 w 4890050"/>
                      <a:gd name="connsiteY34" fmla="*/ 3834534 h 3834534"/>
                      <a:gd name="connsiteX35" fmla="*/ 2096628 w 4890050"/>
                      <a:gd name="connsiteY35" fmla="*/ 3834534 h 3834534"/>
                      <a:gd name="connsiteX36" fmla="*/ 2358398 w 4890050"/>
                      <a:gd name="connsiteY36" fmla="*/ 3594082 h 3834534"/>
                      <a:gd name="connsiteX37" fmla="*/ 2355809 w 4890050"/>
                      <a:gd name="connsiteY37" fmla="*/ 3594082 h 3834534"/>
                      <a:gd name="connsiteX38" fmla="*/ 2355809 w 4890050"/>
                      <a:gd name="connsiteY38" fmla="*/ 3834534 h 3834534"/>
                      <a:gd name="connsiteX39" fmla="*/ 2358398 w 4890050"/>
                      <a:gd name="connsiteY39" fmla="*/ 3834534 h 3834534"/>
                      <a:gd name="connsiteX40" fmla="*/ 2620142 w 4890050"/>
                      <a:gd name="connsiteY40" fmla="*/ 3594082 h 3834534"/>
                      <a:gd name="connsiteX41" fmla="*/ 2617581 w 4890050"/>
                      <a:gd name="connsiteY41" fmla="*/ 3594082 h 3834534"/>
                      <a:gd name="connsiteX42" fmla="*/ 2617581 w 4890050"/>
                      <a:gd name="connsiteY42" fmla="*/ 3834534 h 3834534"/>
                      <a:gd name="connsiteX43" fmla="*/ 2620142 w 4890050"/>
                      <a:gd name="connsiteY43" fmla="*/ 3834534 h 3834534"/>
                      <a:gd name="connsiteX44" fmla="*/ 2881944 w 4890050"/>
                      <a:gd name="connsiteY44" fmla="*/ 3594082 h 3834534"/>
                      <a:gd name="connsiteX45" fmla="*/ 2879358 w 4890050"/>
                      <a:gd name="connsiteY45" fmla="*/ 3594082 h 3834534"/>
                      <a:gd name="connsiteX46" fmla="*/ 2879358 w 4890050"/>
                      <a:gd name="connsiteY46" fmla="*/ 3834534 h 3834534"/>
                      <a:gd name="connsiteX47" fmla="*/ 2881944 w 4890050"/>
                      <a:gd name="connsiteY47" fmla="*/ 3834534 h 3834534"/>
                      <a:gd name="connsiteX48" fmla="*/ 3143708 w 4890050"/>
                      <a:gd name="connsiteY48" fmla="*/ 3594082 h 3834534"/>
                      <a:gd name="connsiteX49" fmla="*/ 3141127 w 4890050"/>
                      <a:gd name="connsiteY49" fmla="*/ 3594082 h 3834534"/>
                      <a:gd name="connsiteX50" fmla="*/ 3141127 w 4890050"/>
                      <a:gd name="connsiteY50" fmla="*/ 3834534 h 3834534"/>
                      <a:gd name="connsiteX51" fmla="*/ 3143708 w 4890050"/>
                      <a:gd name="connsiteY51" fmla="*/ 3834534 h 3834534"/>
                      <a:gd name="connsiteX52" fmla="*/ 3405484 w 4890050"/>
                      <a:gd name="connsiteY52" fmla="*/ 3594082 h 3834534"/>
                      <a:gd name="connsiteX53" fmla="*/ 3402928 w 4890050"/>
                      <a:gd name="connsiteY53" fmla="*/ 3594082 h 3834534"/>
                      <a:gd name="connsiteX54" fmla="*/ 3402928 w 4890050"/>
                      <a:gd name="connsiteY54" fmla="*/ 3834534 h 3834534"/>
                      <a:gd name="connsiteX55" fmla="*/ 3405484 w 4890050"/>
                      <a:gd name="connsiteY55" fmla="*/ 3834534 h 3834534"/>
                      <a:gd name="connsiteX56" fmla="*/ 3667243 w 4890050"/>
                      <a:gd name="connsiteY56" fmla="*/ 3594082 h 3834534"/>
                      <a:gd name="connsiteX57" fmla="*/ 3664686 w 4890050"/>
                      <a:gd name="connsiteY57" fmla="*/ 3594082 h 3834534"/>
                      <a:gd name="connsiteX58" fmla="*/ 3664686 w 4890050"/>
                      <a:gd name="connsiteY58" fmla="*/ 3834534 h 3834534"/>
                      <a:gd name="connsiteX59" fmla="*/ 3667243 w 4890050"/>
                      <a:gd name="connsiteY59" fmla="*/ 3834534 h 3834534"/>
                      <a:gd name="connsiteX60" fmla="*/ 3929027 w 4890050"/>
                      <a:gd name="connsiteY60" fmla="*/ 3594082 h 3834534"/>
                      <a:gd name="connsiteX61" fmla="*/ 3926471 w 4890050"/>
                      <a:gd name="connsiteY61" fmla="*/ 3594082 h 3834534"/>
                      <a:gd name="connsiteX62" fmla="*/ 3926471 w 4890050"/>
                      <a:gd name="connsiteY62" fmla="*/ 3834534 h 3834534"/>
                      <a:gd name="connsiteX63" fmla="*/ 3929027 w 4890050"/>
                      <a:gd name="connsiteY63" fmla="*/ 3834534 h 3834534"/>
                      <a:gd name="connsiteX64" fmla="*/ 4190780 w 4890050"/>
                      <a:gd name="connsiteY64" fmla="*/ 3594082 h 3834534"/>
                      <a:gd name="connsiteX65" fmla="*/ 4188225 w 4890050"/>
                      <a:gd name="connsiteY65" fmla="*/ 3594082 h 3834534"/>
                      <a:gd name="connsiteX66" fmla="*/ 4188225 w 4890050"/>
                      <a:gd name="connsiteY66" fmla="*/ 3834534 h 3834534"/>
                      <a:gd name="connsiteX67" fmla="*/ 4190780 w 4890050"/>
                      <a:gd name="connsiteY67" fmla="*/ 3834534 h 3834534"/>
                      <a:gd name="connsiteX68" fmla="*/ 4452565 w 4890050"/>
                      <a:gd name="connsiteY68" fmla="*/ 3594082 h 3834534"/>
                      <a:gd name="connsiteX69" fmla="*/ 4449982 w 4890050"/>
                      <a:gd name="connsiteY69" fmla="*/ 3594082 h 3834534"/>
                      <a:gd name="connsiteX70" fmla="*/ 4449982 w 4890050"/>
                      <a:gd name="connsiteY70" fmla="*/ 3834534 h 3834534"/>
                      <a:gd name="connsiteX71" fmla="*/ 4452565 w 4890050"/>
                      <a:gd name="connsiteY71" fmla="*/ 3834534 h 3834534"/>
                      <a:gd name="connsiteX72" fmla="*/ 4714343 w 4890050"/>
                      <a:gd name="connsiteY72" fmla="*/ 3594082 h 3834534"/>
                      <a:gd name="connsiteX73" fmla="*/ 4711762 w 4890050"/>
                      <a:gd name="connsiteY73" fmla="*/ 3594082 h 3834534"/>
                      <a:gd name="connsiteX74" fmla="*/ 4711762 w 4890050"/>
                      <a:gd name="connsiteY74" fmla="*/ 3834534 h 3834534"/>
                      <a:gd name="connsiteX75" fmla="*/ 4714343 w 4890050"/>
                      <a:gd name="connsiteY75" fmla="*/ 3834534 h 3834534"/>
                      <a:gd name="connsiteX76" fmla="*/ 513088 w 4890050"/>
                      <a:gd name="connsiteY76" fmla="*/ 172224 h 3834534"/>
                      <a:gd name="connsiteX77" fmla="*/ 523535 w 4890050"/>
                      <a:gd name="connsiteY77" fmla="*/ 183543 h 3834534"/>
                      <a:gd name="connsiteX78" fmla="*/ 523535 w 4890050"/>
                      <a:gd name="connsiteY78" fmla="*/ 441871 h 3834534"/>
                      <a:gd name="connsiteX79" fmla="*/ 513085 w 4890050"/>
                      <a:gd name="connsiteY79" fmla="*/ 453190 h 3834534"/>
                      <a:gd name="connsiteX80" fmla="*/ 274770 w 4890050"/>
                      <a:gd name="connsiteY80" fmla="*/ 453190 h 3834534"/>
                      <a:gd name="connsiteX81" fmla="*/ 264349 w 4890050"/>
                      <a:gd name="connsiteY81" fmla="*/ 441901 h 3834534"/>
                      <a:gd name="connsiteX82" fmla="*/ 264349 w 4890050"/>
                      <a:gd name="connsiteY82" fmla="*/ 183513 h 3834534"/>
                      <a:gd name="connsiteX83" fmla="*/ 274766 w 4890050"/>
                      <a:gd name="connsiteY83" fmla="*/ 172224 h 3834534"/>
                      <a:gd name="connsiteX84" fmla="*/ 774855 w 4890050"/>
                      <a:gd name="connsiteY84" fmla="*/ 172224 h 3834534"/>
                      <a:gd name="connsiteX85" fmla="*/ 785301 w 4890050"/>
                      <a:gd name="connsiteY85" fmla="*/ 183543 h 3834534"/>
                      <a:gd name="connsiteX86" fmla="*/ 785301 w 4890050"/>
                      <a:gd name="connsiteY86" fmla="*/ 441871 h 3834534"/>
                      <a:gd name="connsiteX87" fmla="*/ 774853 w 4890050"/>
                      <a:gd name="connsiteY87" fmla="*/ 453190 h 3834534"/>
                      <a:gd name="connsiteX88" fmla="*/ 536566 w 4890050"/>
                      <a:gd name="connsiteY88" fmla="*/ 453190 h 3834534"/>
                      <a:gd name="connsiteX89" fmla="*/ 526116 w 4890050"/>
                      <a:gd name="connsiteY89" fmla="*/ 441871 h 3834534"/>
                      <a:gd name="connsiteX90" fmla="*/ 526116 w 4890050"/>
                      <a:gd name="connsiteY90" fmla="*/ 183543 h 3834534"/>
                      <a:gd name="connsiteX91" fmla="*/ 536563 w 4890050"/>
                      <a:gd name="connsiteY91" fmla="*/ 172224 h 3834534"/>
                      <a:gd name="connsiteX92" fmla="*/ 1036571 w 4890050"/>
                      <a:gd name="connsiteY92" fmla="*/ 172224 h 3834534"/>
                      <a:gd name="connsiteX93" fmla="*/ 1046976 w 4890050"/>
                      <a:gd name="connsiteY93" fmla="*/ 183492 h 3834534"/>
                      <a:gd name="connsiteX94" fmla="*/ 1046976 w 4890050"/>
                      <a:gd name="connsiteY94" fmla="*/ 441923 h 3834534"/>
                      <a:gd name="connsiteX95" fmla="*/ 1036571 w 4890050"/>
                      <a:gd name="connsiteY95" fmla="*/ 453190 h 3834534"/>
                      <a:gd name="connsiteX96" fmla="*/ 798334 w 4890050"/>
                      <a:gd name="connsiteY96" fmla="*/ 453190 h 3834534"/>
                      <a:gd name="connsiteX97" fmla="*/ 787885 w 4890050"/>
                      <a:gd name="connsiteY97" fmla="*/ 441871 h 3834534"/>
                      <a:gd name="connsiteX98" fmla="*/ 787885 w 4890050"/>
                      <a:gd name="connsiteY98" fmla="*/ 183543 h 3834534"/>
                      <a:gd name="connsiteX99" fmla="*/ 798331 w 4890050"/>
                      <a:gd name="connsiteY99" fmla="*/ 172224 h 3834534"/>
                      <a:gd name="connsiteX100" fmla="*/ 1298334 w 4890050"/>
                      <a:gd name="connsiteY100" fmla="*/ 172224 h 3834534"/>
                      <a:gd name="connsiteX101" fmla="*/ 1308718 w 4890050"/>
                      <a:gd name="connsiteY101" fmla="*/ 183475 h 3834534"/>
                      <a:gd name="connsiteX102" fmla="*/ 1308718 w 4890050"/>
                      <a:gd name="connsiteY102" fmla="*/ 441939 h 3834534"/>
                      <a:gd name="connsiteX103" fmla="*/ 1298334 w 4890050"/>
                      <a:gd name="connsiteY103" fmla="*/ 453190 h 3834534"/>
                      <a:gd name="connsiteX104" fmla="*/ 1060055 w 4890050"/>
                      <a:gd name="connsiteY104" fmla="*/ 453190 h 3834534"/>
                      <a:gd name="connsiteX105" fmla="*/ 1049562 w 4890050"/>
                      <a:gd name="connsiteY105" fmla="*/ 441815 h 3834534"/>
                      <a:gd name="connsiteX106" fmla="*/ 1049562 w 4890050"/>
                      <a:gd name="connsiteY106" fmla="*/ 183595 h 3834534"/>
                      <a:gd name="connsiteX107" fmla="*/ 1060055 w 4890050"/>
                      <a:gd name="connsiteY107" fmla="*/ 172224 h 3834534"/>
                      <a:gd name="connsiteX108" fmla="*/ 1560089 w 4890050"/>
                      <a:gd name="connsiteY108" fmla="*/ 172224 h 3834534"/>
                      <a:gd name="connsiteX109" fmla="*/ 1570486 w 4890050"/>
                      <a:gd name="connsiteY109" fmla="*/ 183490 h 3834534"/>
                      <a:gd name="connsiteX110" fmla="*/ 1570486 w 4890050"/>
                      <a:gd name="connsiteY110" fmla="*/ 441927 h 3834534"/>
                      <a:gd name="connsiteX111" fmla="*/ 1560090 w 4890050"/>
                      <a:gd name="connsiteY111" fmla="*/ 453190 h 3834534"/>
                      <a:gd name="connsiteX112" fmla="*/ 1321801 w 4890050"/>
                      <a:gd name="connsiteY112" fmla="*/ 453190 h 3834534"/>
                      <a:gd name="connsiteX113" fmla="*/ 1311306 w 4890050"/>
                      <a:gd name="connsiteY113" fmla="*/ 441799 h 3834534"/>
                      <a:gd name="connsiteX114" fmla="*/ 1311306 w 4890050"/>
                      <a:gd name="connsiteY114" fmla="*/ 183605 h 3834534"/>
                      <a:gd name="connsiteX115" fmla="*/ 1321801 w 4890050"/>
                      <a:gd name="connsiteY115" fmla="*/ 172224 h 3834534"/>
                      <a:gd name="connsiteX116" fmla="*/ 1821850 w 4890050"/>
                      <a:gd name="connsiteY116" fmla="*/ 172224 h 3834534"/>
                      <a:gd name="connsiteX117" fmla="*/ 1832238 w 4890050"/>
                      <a:gd name="connsiteY117" fmla="*/ 183484 h 3834534"/>
                      <a:gd name="connsiteX118" fmla="*/ 1832238 w 4890050"/>
                      <a:gd name="connsiteY118" fmla="*/ 441935 h 3834534"/>
                      <a:gd name="connsiteX119" fmla="*/ 1821850 w 4890050"/>
                      <a:gd name="connsiteY119" fmla="*/ 453190 h 3834534"/>
                      <a:gd name="connsiteX120" fmla="*/ 1583567 w 4890050"/>
                      <a:gd name="connsiteY120" fmla="*/ 453190 h 3834534"/>
                      <a:gd name="connsiteX121" fmla="*/ 1573041 w 4890050"/>
                      <a:gd name="connsiteY121" fmla="*/ 441784 h 3834534"/>
                      <a:gd name="connsiteX122" fmla="*/ 1573041 w 4890050"/>
                      <a:gd name="connsiteY122" fmla="*/ 183625 h 3834534"/>
                      <a:gd name="connsiteX123" fmla="*/ 1583564 w 4890050"/>
                      <a:gd name="connsiteY123" fmla="*/ 172224 h 3834534"/>
                      <a:gd name="connsiteX124" fmla="*/ 2083625 w 4890050"/>
                      <a:gd name="connsiteY124" fmla="*/ 172224 h 3834534"/>
                      <a:gd name="connsiteX125" fmla="*/ 2094018 w 4890050"/>
                      <a:gd name="connsiteY125" fmla="*/ 183490 h 3834534"/>
                      <a:gd name="connsiteX126" fmla="*/ 2094018 w 4890050"/>
                      <a:gd name="connsiteY126" fmla="*/ 441927 h 3834534"/>
                      <a:gd name="connsiteX127" fmla="*/ 2083625 w 4890050"/>
                      <a:gd name="connsiteY127" fmla="*/ 453190 h 3834534"/>
                      <a:gd name="connsiteX128" fmla="*/ 1845327 w 4890050"/>
                      <a:gd name="connsiteY128" fmla="*/ 453190 h 3834534"/>
                      <a:gd name="connsiteX129" fmla="*/ 1834821 w 4890050"/>
                      <a:gd name="connsiteY129" fmla="*/ 441806 h 3834534"/>
                      <a:gd name="connsiteX130" fmla="*/ 1834821 w 4890050"/>
                      <a:gd name="connsiteY130" fmla="*/ 183601 h 3834534"/>
                      <a:gd name="connsiteX131" fmla="*/ 1845318 w 4890050"/>
                      <a:gd name="connsiteY131" fmla="*/ 172224 h 3834534"/>
                      <a:gd name="connsiteX132" fmla="*/ 2345401 w 4890050"/>
                      <a:gd name="connsiteY132" fmla="*/ 172224 h 3834534"/>
                      <a:gd name="connsiteX133" fmla="*/ 2355746 w 4890050"/>
                      <a:gd name="connsiteY133" fmla="*/ 183448 h 3834534"/>
                      <a:gd name="connsiteX134" fmla="*/ 2355746 w 4890050"/>
                      <a:gd name="connsiteY134" fmla="*/ 441971 h 3834534"/>
                      <a:gd name="connsiteX135" fmla="*/ 2345405 w 4890050"/>
                      <a:gd name="connsiteY135" fmla="*/ 453190 h 3834534"/>
                      <a:gd name="connsiteX136" fmla="*/ 2107106 w 4890050"/>
                      <a:gd name="connsiteY136" fmla="*/ 453190 h 3834534"/>
                      <a:gd name="connsiteX137" fmla="*/ 2096579 w 4890050"/>
                      <a:gd name="connsiteY137" fmla="*/ 441785 h 3834534"/>
                      <a:gd name="connsiteX138" fmla="*/ 2096579 w 4890050"/>
                      <a:gd name="connsiteY138" fmla="*/ 183625 h 3834534"/>
                      <a:gd name="connsiteX139" fmla="*/ 2107099 w 4890050"/>
                      <a:gd name="connsiteY139" fmla="*/ 172224 h 3834534"/>
                      <a:gd name="connsiteX140" fmla="*/ 2607169 w 4890050"/>
                      <a:gd name="connsiteY140" fmla="*/ 172224 h 3834534"/>
                      <a:gd name="connsiteX141" fmla="*/ 2617526 w 4890050"/>
                      <a:gd name="connsiteY141" fmla="*/ 183446 h 3834534"/>
                      <a:gd name="connsiteX142" fmla="*/ 2617526 w 4890050"/>
                      <a:gd name="connsiteY142" fmla="*/ 441971 h 3834534"/>
                      <a:gd name="connsiteX143" fmla="*/ 2607171 w 4890050"/>
                      <a:gd name="connsiteY143" fmla="*/ 453190 h 3834534"/>
                      <a:gd name="connsiteX144" fmla="*/ 2368891 w 4890050"/>
                      <a:gd name="connsiteY144" fmla="*/ 453190 h 3834534"/>
                      <a:gd name="connsiteX145" fmla="*/ 2358338 w 4890050"/>
                      <a:gd name="connsiteY145" fmla="*/ 441766 h 3834534"/>
                      <a:gd name="connsiteX146" fmla="*/ 2358338 w 4890050"/>
                      <a:gd name="connsiteY146" fmla="*/ 183641 h 3834534"/>
                      <a:gd name="connsiteX147" fmla="*/ 2368877 w 4890050"/>
                      <a:gd name="connsiteY147" fmla="*/ 172224 h 3834534"/>
                      <a:gd name="connsiteX148" fmla="*/ 2868938 w 4890050"/>
                      <a:gd name="connsiteY148" fmla="*/ 172224 h 3834534"/>
                      <a:gd name="connsiteX149" fmla="*/ 2879302 w 4890050"/>
                      <a:gd name="connsiteY149" fmla="*/ 183452 h 3834534"/>
                      <a:gd name="connsiteX150" fmla="*/ 2879302 w 4890050"/>
                      <a:gd name="connsiteY150" fmla="*/ 441970 h 3834534"/>
                      <a:gd name="connsiteX151" fmla="*/ 2868944 w 4890050"/>
                      <a:gd name="connsiteY151" fmla="*/ 453190 h 3834534"/>
                      <a:gd name="connsiteX152" fmla="*/ 2630653 w 4890050"/>
                      <a:gd name="connsiteY152" fmla="*/ 453190 h 3834534"/>
                      <a:gd name="connsiteX153" fmla="*/ 2620086 w 4890050"/>
                      <a:gd name="connsiteY153" fmla="*/ 441742 h 3834534"/>
                      <a:gd name="connsiteX154" fmla="*/ 2620086 w 4890050"/>
                      <a:gd name="connsiteY154" fmla="*/ 183665 h 3834534"/>
                      <a:gd name="connsiteX155" fmla="*/ 2630646 w 4890050"/>
                      <a:gd name="connsiteY155" fmla="*/ 172224 h 3834534"/>
                      <a:gd name="connsiteX156" fmla="*/ 3130709 w 4890050"/>
                      <a:gd name="connsiteY156" fmla="*/ 172224 h 3834534"/>
                      <a:gd name="connsiteX157" fmla="*/ 3141069 w 4890050"/>
                      <a:gd name="connsiteY157" fmla="*/ 183450 h 3834534"/>
                      <a:gd name="connsiteX158" fmla="*/ 3141069 w 4890050"/>
                      <a:gd name="connsiteY158" fmla="*/ 441970 h 3834534"/>
                      <a:gd name="connsiteX159" fmla="*/ 3130712 w 4890050"/>
                      <a:gd name="connsiteY159" fmla="*/ 453190 h 3834534"/>
                      <a:gd name="connsiteX160" fmla="*/ 2892423 w 4890050"/>
                      <a:gd name="connsiteY160" fmla="*/ 453190 h 3834534"/>
                      <a:gd name="connsiteX161" fmla="*/ 2881885 w 4890050"/>
                      <a:gd name="connsiteY161" fmla="*/ 441774 h 3834534"/>
                      <a:gd name="connsiteX162" fmla="*/ 2881885 w 4890050"/>
                      <a:gd name="connsiteY162" fmla="*/ 183635 h 3834534"/>
                      <a:gd name="connsiteX163" fmla="*/ 2892415 w 4890050"/>
                      <a:gd name="connsiteY163" fmla="*/ 172224 h 3834534"/>
                      <a:gd name="connsiteX164" fmla="*/ 3392484 w 4890050"/>
                      <a:gd name="connsiteY164" fmla="*/ 172224 h 3834534"/>
                      <a:gd name="connsiteX165" fmla="*/ 3402872 w 4890050"/>
                      <a:gd name="connsiteY165" fmla="*/ 183478 h 3834534"/>
                      <a:gd name="connsiteX166" fmla="*/ 3402872 w 4890050"/>
                      <a:gd name="connsiteY166" fmla="*/ 441939 h 3834534"/>
                      <a:gd name="connsiteX167" fmla="*/ 3392485 w 4890050"/>
                      <a:gd name="connsiteY167" fmla="*/ 453190 h 3834534"/>
                      <a:gd name="connsiteX168" fmla="*/ 3154195 w 4890050"/>
                      <a:gd name="connsiteY168" fmla="*/ 453190 h 3834534"/>
                      <a:gd name="connsiteX169" fmla="*/ 3143653 w 4890050"/>
                      <a:gd name="connsiteY169" fmla="*/ 441773 h 3834534"/>
                      <a:gd name="connsiteX170" fmla="*/ 3143653 w 4890050"/>
                      <a:gd name="connsiteY170" fmla="*/ 183635 h 3834534"/>
                      <a:gd name="connsiteX171" fmla="*/ 3154186 w 4890050"/>
                      <a:gd name="connsiteY171" fmla="*/ 172224 h 3834534"/>
                      <a:gd name="connsiteX172" fmla="*/ 3654243 w 4890050"/>
                      <a:gd name="connsiteY172" fmla="*/ 172224 h 3834534"/>
                      <a:gd name="connsiteX173" fmla="*/ 3664627 w 4890050"/>
                      <a:gd name="connsiteY173" fmla="*/ 183475 h 3834534"/>
                      <a:gd name="connsiteX174" fmla="*/ 3664627 w 4890050"/>
                      <a:gd name="connsiteY174" fmla="*/ 441944 h 3834534"/>
                      <a:gd name="connsiteX175" fmla="*/ 3654247 w 4890050"/>
                      <a:gd name="connsiteY175" fmla="*/ 453190 h 3834534"/>
                      <a:gd name="connsiteX176" fmla="*/ 3415967 w 4890050"/>
                      <a:gd name="connsiteY176" fmla="*/ 453190 h 3834534"/>
                      <a:gd name="connsiteX177" fmla="*/ 3405428 w 4890050"/>
                      <a:gd name="connsiteY177" fmla="*/ 441773 h 3834534"/>
                      <a:gd name="connsiteX178" fmla="*/ 3405428 w 4890050"/>
                      <a:gd name="connsiteY178" fmla="*/ 183635 h 3834534"/>
                      <a:gd name="connsiteX179" fmla="*/ 3415961 w 4890050"/>
                      <a:gd name="connsiteY179" fmla="*/ 172224 h 3834534"/>
                      <a:gd name="connsiteX180" fmla="*/ 3916023 w 4890050"/>
                      <a:gd name="connsiteY180" fmla="*/ 172224 h 3834534"/>
                      <a:gd name="connsiteX181" fmla="*/ 3926415 w 4890050"/>
                      <a:gd name="connsiteY181" fmla="*/ 183477 h 3834534"/>
                      <a:gd name="connsiteX182" fmla="*/ 3926415 w 4890050"/>
                      <a:gd name="connsiteY182" fmla="*/ 441939 h 3834534"/>
                      <a:gd name="connsiteX183" fmla="*/ 3916025 w 4890050"/>
                      <a:gd name="connsiteY183" fmla="*/ 453190 h 3834534"/>
                      <a:gd name="connsiteX184" fmla="*/ 3677728 w 4890050"/>
                      <a:gd name="connsiteY184" fmla="*/ 453190 h 3834534"/>
                      <a:gd name="connsiteX185" fmla="*/ 3667182 w 4890050"/>
                      <a:gd name="connsiteY185" fmla="*/ 441767 h 3834534"/>
                      <a:gd name="connsiteX186" fmla="*/ 3667182 w 4890050"/>
                      <a:gd name="connsiteY186" fmla="*/ 183640 h 3834534"/>
                      <a:gd name="connsiteX187" fmla="*/ 3677720 w 4890050"/>
                      <a:gd name="connsiteY187" fmla="*/ 172224 h 3834534"/>
                      <a:gd name="connsiteX188" fmla="*/ 4177811 w 4890050"/>
                      <a:gd name="connsiteY188" fmla="*/ 172224 h 3834534"/>
                      <a:gd name="connsiteX189" fmla="*/ 4188164 w 4890050"/>
                      <a:gd name="connsiteY189" fmla="*/ 183446 h 3834534"/>
                      <a:gd name="connsiteX190" fmla="*/ 4188164 w 4890050"/>
                      <a:gd name="connsiteY190" fmla="*/ 441971 h 3834534"/>
                      <a:gd name="connsiteX191" fmla="*/ 4177811 w 4890050"/>
                      <a:gd name="connsiteY191" fmla="*/ 453190 h 3834534"/>
                      <a:gd name="connsiteX192" fmla="*/ 3939502 w 4890050"/>
                      <a:gd name="connsiteY192" fmla="*/ 453190 h 3834534"/>
                      <a:gd name="connsiteX193" fmla="*/ 3928974 w 4890050"/>
                      <a:gd name="connsiteY193" fmla="*/ 441776 h 3834534"/>
                      <a:gd name="connsiteX194" fmla="*/ 3928974 w 4890050"/>
                      <a:gd name="connsiteY194" fmla="*/ 183634 h 3834534"/>
                      <a:gd name="connsiteX195" fmla="*/ 3939494 w 4890050"/>
                      <a:gd name="connsiteY195" fmla="*/ 172224 h 3834534"/>
                      <a:gd name="connsiteX196" fmla="*/ 4439569 w 4890050"/>
                      <a:gd name="connsiteY196" fmla="*/ 172224 h 3834534"/>
                      <a:gd name="connsiteX197" fmla="*/ 4449916 w 4890050"/>
                      <a:gd name="connsiteY197" fmla="*/ 183437 h 3834534"/>
                      <a:gd name="connsiteX198" fmla="*/ 4449916 w 4890050"/>
                      <a:gd name="connsiteY198" fmla="*/ 441981 h 3834534"/>
                      <a:gd name="connsiteX199" fmla="*/ 4439571 w 4890050"/>
                      <a:gd name="connsiteY199" fmla="*/ 453190 h 3834534"/>
                      <a:gd name="connsiteX200" fmla="*/ 4201294 w 4890050"/>
                      <a:gd name="connsiteY200" fmla="*/ 453190 h 3834534"/>
                      <a:gd name="connsiteX201" fmla="*/ 4190720 w 4890050"/>
                      <a:gd name="connsiteY201" fmla="*/ 441738 h 3834534"/>
                      <a:gd name="connsiteX202" fmla="*/ 4190720 w 4890050"/>
                      <a:gd name="connsiteY202" fmla="*/ 183670 h 3834534"/>
                      <a:gd name="connsiteX203" fmla="*/ 4201287 w 4890050"/>
                      <a:gd name="connsiteY203" fmla="*/ 172224 h 3834534"/>
                      <a:gd name="connsiteX204" fmla="*/ 4701344 w 4890050"/>
                      <a:gd name="connsiteY204" fmla="*/ 172224 h 3834534"/>
                      <a:gd name="connsiteX205" fmla="*/ 4711701 w 4890050"/>
                      <a:gd name="connsiteY205" fmla="*/ 183446 h 3834534"/>
                      <a:gd name="connsiteX206" fmla="*/ 4711701 w 4890050"/>
                      <a:gd name="connsiteY206" fmla="*/ 441971 h 3834534"/>
                      <a:gd name="connsiteX207" fmla="*/ 4701345 w 4890050"/>
                      <a:gd name="connsiteY207" fmla="*/ 453190 h 3834534"/>
                      <a:gd name="connsiteX208" fmla="*/ 4463050 w 4890050"/>
                      <a:gd name="connsiteY208" fmla="*/ 453190 h 3834534"/>
                      <a:gd name="connsiteX209" fmla="*/ 4452500 w 4890050"/>
                      <a:gd name="connsiteY209" fmla="*/ 441759 h 3834534"/>
                      <a:gd name="connsiteX210" fmla="*/ 4452500 w 4890050"/>
                      <a:gd name="connsiteY210" fmla="*/ 183648 h 3834534"/>
                      <a:gd name="connsiteX211" fmla="*/ 4463042 w 4890050"/>
                      <a:gd name="connsiteY211" fmla="*/ 172224 h 3834534"/>
                      <a:gd name="connsiteX212" fmla="*/ 4714281 w 4890050"/>
                      <a:gd name="connsiteY212" fmla="*/ 0 h 3834534"/>
                      <a:gd name="connsiteX213" fmla="*/ 4711697 w 4890050"/>
                      <a:gd name="connsiteY213" fmla="*/ 0 h 3834534"/>
                      <a:gd name="connsiteX214" fmla="*/ 4711697 w 4890050"/>
                      <a:gd name="connsiteY214" fmla="*/ 158224 h 3834534"/>
                      <a:gd name="connsiteX215" fmla="*/ 4701343 w 4890050"/>
                      <a:gd name="connsiteY215" fmla="*/ 169441 h 3834534"/>
                      <a:gd name="connsiteX216" fmla="*/ 4463044 w 4890050"/>
                      <a:gd name="connsiteY216" fmla="*/ 169441 h 3834534"/>
                      <a:gd name="connsiteX217" fmla="*/ 4452494 w 4890050"/>
                      <a:gd name="connsiteY217" fmla="*/ 158012 h 3834534"/>
                      <a:gd name="connsiteX218" fmla="*/ 4452494 w 4890050"/>
                      <a:gd name="connsiteY218" fmla="*/ 0 h 3834534"/>
                      <a:gd name="connsiteX219" fmla="*/ 4449913 w 4890050"/>
                      <a:gd name="connsiteY219" fmla="*/ 0 h 3834534"/>
                      <a:gd name="connsiteX220" fmla="*/ 4449913 w 4890050"/>
                      <a:gd name="connsiteY220" fmla="*/ 158231 h 3834534"/>
                      <a:gd name="connsiteX221" fmla="*/ 4439567 w 4890050"/>
                      <a:gd name="connsiteY221" fmla="*/ 169441 h 3834534"/>
                      <a:gd name="connsiteX222" fmla="*/ 4201291 w 4890050"/>
                      <a:gd name="connsiteY222" fmla="*/ 169441 h 3834534"/>
                      <a:gd name="connsiteX223" fmla="*/ 4190714 w 4890050"/>
                      <a:gd name="connsiteY223" fmla="*/ 157990 h 3834534"/>
                      <a:gd name="connsiteX224" fmla="*/ 4190714 w 4890050"/>
                      <a:gd name="connsiteY224" fmla="*/ 0 h 3834534"/>
                      <a:gd name="connsiteX225" fmla="*/ 4188161 w 4890050"/>
                      <a:gd name="connsiteY225" fmla="*/ 0 h 3834534"/>
                      <a:gd name="connsiteX226" fmla="*/ 4188161 w 4890050"/>
                      <a:gd name="connsiteY226" fmla="*/ 158224 h 3834534"/>
                      <a:gd name="connsiteX227" fmla="*/ 4177809 w 4890050"/>
                      <a:gd name="connsiteY227" fmla="*/ 169441 h 3834534"/>
                      <a:gd name="connsiteX228" fmla="*/ 3939494 w 4890050"/>
                      <a:gd name="connsiteY228" fmla="*/ 169441 h 3834534"/>
                      <a:gd name="connsiteX229" fmla="*/ 3928969 w 4890050"/>
                      <a:gd name="connsiteY229" fmla="*/ 158026 h 3834534"/>
                      <a:gd name="connsiteX230" fmla="*/ 3928969 w 4890050"/>
                      <a:gd name="connsiteY230" fmla="*/ 0 h 3834534"/>
                      <a:gd name="connsiteX231" fmla="*/ 3926409 w 4890050"/>
                      <a:gd name="connsiteY231" fmla="*/ 0 h 3834534"/>
                      <a:gd name="connsiteX232" fmla="*/ 3926409 w 4890050"/>
                      <a:gd name="connsiteY232" fmla="*/ 158192 h 3834534"/>
                      <a:gd name="connsiteX233" fmla="*/ 3916022 w 4890050"/>
                      <a:gd name="connsiteY233" fmla="*/ 169441 h 3834534"/>
                      <a:gd name="connsiteX234" fmla="*/ 3677720 w 4890050"/>
                      <a:gd name="connsiteY234" fmla="*/ 169441 h 3834534"/>
                      <a:gd name="connsiteX235" fmla="*/ 3667179 w 4890050"/>
                      <a:gd name="connsiteY235" fmla="*/ 158018 h 3834534"/>
                      <a:gd name="connsiteX236" fmla="*/ 3667179 w 4890050"/>
                      <a:gd name="connsiteY236" fmla="*/ 0 h 3834534"/>
                      <a:gd name="connsiteX237" fmla="*/ 3664622 w 4890050"/>
                      <a:gd name="connsiteY237" fmla="*/ 0 h 3834534"/>
                      <a:gd name="connsiteX238" fmla="*/ 3664622 w 4890050"/>
                      <a:gd name="connsiteY238" fmla="*/ 158195 h 3834534"/>
                      <a:gd name="connsiteX239" fmla="*/ 3654242 w 4890050"/>
                      <a:gd name="connsiteY239" fmla="*/ 169441 h 3834534"/>
                      <a:gd name="connsiteX240" fmla="*/ 3415962 w 4890050"/>
                      <a:gd name="connsiteY240" fmla="*/ 169441 h 3834534"/>
                      <a:gd name="connsiteX241" fmla="*/ 3405422 w 4890050"/>
                      <a:gd name="connsiteY241" fmla="*/ 158025 h 3834534"/>
                      <a:gd name="connsiteX242" fmla="*/ 3405422 w 4890050"/>
                      <a:gd name="connsiteY242" fmla="*/ 0 h 3834534"/>
                      <a:gd name="connsiteX243" fmla="*/ 3402867 w 4890050"/>
                      <a:gd name="connsiteY243" fmla="*/ 0 h 3834534"/>
                      <a:gd name="connsiteX244" fmla="*/ 3402867 w 4890050"/>
                      <a:gd name="connsiteY244" fmla="*/ 158192 h 3834534"/>
                      <a:gd name="connsiteX245" fmla="*/ 3392481 w 4890050"/>
                      <a:gd name="connsiteY245" fmla="*/ 169441 h 3834534"/>
                      <a:gd name="connsiteX246" fmla="*/ 3154187 w 4890050"/>
                      <a:gd name="connsiteY246" fmla="*/ 169441 h 3834534"/>
                      <a:gd name="connsiteX247" fmla="*/ 3143648 w 4890050"/>
                      <a:gd name="connsiteY247" fmla="*/ 158025 h 3834534"/>
                      <a:gd name="connsiteX248" fmla="*/ 3143648 w 4890050"/>
                      <a:gd name="connsiteY248" fmla="*/ 0 h 3834534"/>
                      <a:gd name="connsiteX249" fmla="*/ 3141066 w 4890050"/>
                      <a:gd name="connsiteY249" fmla="*/ 0 h 3834534"/>
                      <a:gd name="connsiteX250" fmla="*/ 3141066 w 4890050"/>
                      <a:gd name="connsiteY250" fmla="*/ 158217 h 3834534"/>
                      <a:gd name="connsiteX251" fmla="*/ 3130707 w 4890050"/>
                      <a:gd name="connsiteY251" fmla="*/ 169441 h 3834534"/>
                      <a:gd name="connsiteX252" fmla="*/ 2892418 w 4890050"/>
                      <a:gd name="connsiteY252" fmla="*/ 169441 h 3834534"/>
                      <a:gd name="connsiteX253" fmla="*/ 2881884 w 4890050"/>
                      <a:gd name="connsiteY253" fmla="*/ 158027 h 3834534"/>
                      <a:gd name="connsiteX254" fmla="*/ 2881884 w 4890050"/>
                      <a:gd name="connsiteY254" fmla="*/ 0 h 3834534"/>
                      <a:gd name="connsiteX255" fmla="*/ 2879296 w 4890050"/>
                      <a:gd name="connsiteY255" fmla="*/ 0 h 3834534"/>
                      <a:gd name="connsiteX256" fmla="*/ 2879296 w 4890050"/>
                      <a:gd name="connsiteY256" fmla="*/ 158219 h 3834534"/>
                      <a:gd name="connsiteX257" fmla="*/ 2868932 w 4890050"/>
                      <a:gd name="connsiteY257" fmla="*/ 169441 h 3834534"/>
                      <a:gd name="connsiteX258" fmla="*/ 2630646 w 4890050"/>
                      <a:gd name="connsiteY258" fmla="*/ 169441 h 3834534"/>
                      <a:gd name="connsiteX259" fmla="*/ 2620081 w 4890050"/>
                      <a:gd name="connsiteY259" fmla="*/ 157993 h 3834534"/>
                      <a:gd name="connsiteX260" fmla="*/ 2620081 w 4890050"/>
                      <a:gd name="connsiteY260" fmla="*/ 0 h 3834534"/>
                      <a:gd name="connsiteX261" fmla="*/ 2617520 w 4890050"/>
                      <a:gd name="connsiteY261" fmla="*/ 0 h 3834534"/>
                      <a:gd name="connsiteX262" fmla="*/ 2617520 w 4890050"/>
                      <a:gd name="connsiteY262" fmla="*/ 158224 h 3834534"/>
                      <a:gd name="connsiteX263" fmla="*/ 2607169 w 4890050"/>
                      <a:gd name="connsiteY263" fmla="*/ 169441 h 3834534"/>
                      <a:gd name="connsiteX264" fmla="*/ 2368886 w 4890050"/>
                      <a:gd name="connsiteY264" fmla="*/ 169441 h 3834534"/>
                      <a:gd name="connsiteX265" fmla="*/ 2358329 w 4890050"/>
                      <a:gd name="connsiteY265" fmla="*/ 158018 h 3834534"/>
                      <a:gd name="connsiteX266" fmla="*/ 2358329 w 4890050"/>
                      <a:gd name="connsiteY266" fmla="*/ 0 h 3834534"/>
                      <a:gd name="connsiteX267" fmla="*/ 2355744 w 4890050"/>
                      <a:gd name="connsiteY267" fmla="*/ 0 h 3834534"/>
                      <a:gd name="connsiteX268" fmla="*/ 2355744 w 4890050"/>
                      <a:gd name="connsiteY268" fmla="*/ 158222 h 3834534"/>
                      <a:gd name="connsiteX269" fmla="*/ 2345401 w 4890050"/>
                      <a:gd name="connsiteY269" fmla="*/ 169441 h 3834534"/>
                      <a:gd name="connsiteX270" fmla="*/ 2107102 w 4890050"/>
                      <a:gd name="connsiteY270" fmla="*/ 169441 h 3834534"/>
                      <a:gd name="connsiteX271" fmla="*/ 2096575 w 4890050"/>
                      <a:gd name="connsiteY271" fmla="*/ 158034 h 3834534"/>
                      <a:gd name="connsiteX272" fmla="*/ 2096575 w 4890050"/>
                      <a:gd name="connsiteY272" fmla="*/ 0 h 3834534"/>
                      <a:gd name="connsiteX273" fmla="*/ 2094012 w 4890050"/>
                      <a:gd name="connsiteY273" fmla="*/ 0 h 3834534"/>
                      <a:gd name="connsiteX274" fmla="*/ 2094012 w 4890050"/>
                      <a:gd name="connsiteY274" fmla="*/ 158180 h 3834534"/>
                      <a:gd name="connsiteX275" fmla="*/ 2083625 w 4890050"/>
                      <a:gd name="connsiteY275" fmla="*/ 169441 h 3834534"/>
                      <a:gd name="connsiteX276" fmla="*/ 1845319 w 4890050"/>
                      <a:gd name="connsiteY276" fmla="*/ 169441 h 3834534"/>
                      <a:gd name="connsiteX277" fmla="*/ 1834815 w 4890050"/>
                      <a:gd name="connsiteY277" fmla="*/ 158058 h 3834534"/>
                      <a:gd name="connsiteX278" fmla="*/ 1834815 w 4890050"/>
                      <a:gd name="connsiteY278" fmla="*/ 0 h 3834534"/>
                      <a:gd name="connsiteX279" fmla="*/ 1832233 w 4890050"/>
                      <a:gd name="connsiteY279" fmla="*/ 0 h 3834534"/>
                      <a:gd name="connsiteX280" fmla="*/ 1832233 w 4890050"/>
                      <a:gd name="connsiteY280" fmla="*/ 158185 h 3834534"/>
                      <a:gd name="connsiteX281" fmla="*/ 1821844 w 4890050"/>
                      <a:gd name="connsiteY281" fmla="*/ 169441 h 3834534"/>
                      <a:gd name="connsiteX282" fmla="*/ 1583564 w 4890050"/>
                      <a:gd name="connsiteY282" fmla="*/ 169441 h 3834534"/>
                      <a:gd name="connsiteX283" fmla="*/ 1573040 w 4890050"/>
                      <a:gd name="connsiteY283" fmla="*/ 158035 h 3834534"/>
                      <a:gd name="connsiteX284" fmla="*/ 1573040 w 4890050"/>
                      <a:gd name="connsiteY284" fmla="*/ 0 h 3834534"/>
                      <a:gd name="connsiteX285" fmla="*/ 1570484 w 4890050"/>
                      <a:gd name="connsiteY285" fmla="*/ 0 h 3834534"/>
                      <a:gd name="connsiteX286" fmla="*/ 1570484 w 4890050"/>
                      <a:gd name="connsiteY286" fmla="*/ 158178 h 3834534"/>
                      <a:gd name="connsiteX287" fmla="*/ 1560085 w 4890050"/>
                      <a:gd name="connsiteY287" fmla="*/ 169441 h 3834534"/>
                      <a:gd name="connsiteX288" fmla="*/ 1321801 w 4890050"/>
                      <a:gd name="connsiteY288" fmla="*/ 169441 h 3834534"/>
                      <a:gd name="connsiteX289" fmla="*/ 1311283 w 4890050"/>
                      <a:gd name="connsiteY289" fmla="*/ 158052 h 3834534"/>
                      <a:gd name="connsiteX290" fmla="*/ 1311283 w 4890050"/>
                      <a:gd name="connsiteY290" fmla="*/ 0 h 3834534"/>
                      <a:gd name="connsiteX291" fmla="*/ 1308708 w 4890050"/>
                      <a:gd name="connsiteY291" fmla="*/ 0 h 3834534"/>
                      <a:gd name="connsiteX292" fmla="*/ 1308708 w 4890050"/>
                      <a:gd name="connsiteY292" fmla="*/ 158192 h 3834534"/>
                      <a:gd name="connsiteX293" fmla="*/ 1298334 w 4890050"/>
                      <a:gd name="connsiteY293" fmla="*/ 169441 h 3834534"/>
                      <a:gd name="connsiteX294" fmla="*/ 1060055 w 4890050"/>
                      <a:gd name="connsiteY294" fmla="*/ 169441 h 3834534"/>
                      <a:gd name="connsiteX295" fmla="*/ 1049557 w 4890050"/>
                      <a:gd name="connsiteY295" fmla="*/ 158066 h 3834534"/>
                      <a:gd name="connsiteX296" fmla="*/ 1049557 w 4890050"/>
                      <a:gd name="connsiteY296" fmla="*/ 0 h 3834534"/>
                      <a:gd name="connsiteX297" fmla="*/ 1046974 w 4890050"/>
                      <a:gd name="connsiteY297" fmla="*/ 0 h 3834534"/>
                      <a:gd name="connsiteX298" fmla="*/ 1046974 w 4890050"/>
                      <a:gd name="connsiteY298" fmla="*/ 158175 h 3834534"/>
                      <a:gd name="connsiteX299" fmla="*/ 1036571 w 4890050"/>
                      <a:gd name="connsiteY299" fmla="*/ 169441 h 3834534"/>
                      <a:gd name="connsiteX300" fmla="*/ 798333 w 4890050"/>
                      <a:gd name="connsiteY300" fmla="*/ 169441 h 3834534"/>
                      <a:gd name="connsiteX301" fmla="*/ 787885 w 4890050"/>
                      <a:gd name="connsiteY301" fmla="*/ 158122 h 3834534"/>
                      <a:gd name="connsiteX302" fmla="*/ 787885 w 4890050"/>
                      <a:gd name="connsiteY302" fmla="*/ 0 h 3834534"/>
                      <a:gd name="connsiteX303" fmla="*/ 785301 w 4890050"/>
                      <a:gd name="connsiteY303" fmla="*/ 0 h 3834534"/>
                      <a:gd name="connsiteX304" fmla="*/ 785301 w 4890050"/>
                      <a:gd name="connsiteY304" fmla="*/ 158122 h 3834534"/>
                      <a:gd name="connsiteX305" fmla="*/ 774854 w 4890050"/>
                      <a:gd name="connsiteY305" fmla="*/ 169441 h 3834534"/>
                      <a:gd name="connsiteX306" fmla="*/ 536565 w 4890050"/>
                      <a:gd name="connsiteY306" fmla="*/ 169441 h 3834534"/>
                      <a:gd name="connsiteX307" fmla="*/ 526116 w 4890050"/>
                      <a:gd name="connsiteY307" fmla="*/ 158122 h 3834534"/>
                      <a:gd name="connsiteX308" fmla="*/ 526116 w 4890050"/>
                      <a:gd name="connsiteY308" fmla="*/ 0 h 3834534"/>
                      <a:gd name="connsiteX309" fmla="*/ 523535 w 4890050"/>
                      <a:gd name="connsiteY309" fmla="*/ 0 h 3834534"/>
                      <a:gd name="connsiteX310" fmla="*/ 523535 w 4890050"/>
                      <a:gd name="connsiteY310" fmla="*/ 158122 h 3834534"/>
                      <a:gd name="connsiteX311" fmla="*/ 513086 w 4890050"/>
                      <a:gd name="connsiteY311" fmla="*/ 169441 h 3834534"/>
                      <a:gd name="connsiteX312" fmla="*/ 274769 w 4890050"/>
                      <a:gd name="connsiteY312" fmla="*/ 169441 h 3834534"/>
                      <a:gd name="connsiteX313" fmla="*/ 264349 w 4890050"/>
                      <a:gd name="connsiteY313" fmla="*/ 158152 h 3834534"/>
                      <a:gd name="connsiteX314" fmla="*/ 264349 w 4890050"/>
                      <a:gd name="connsiteY314" fmla="*/ 0 h 3834534"/>
                      <a:gd name="connsiteX315" fmla="*/ 261767 w 4890050"/>
                      <a:gd name="connsiteY315" fmla="*/ 0 h 3834534"/>
                      <a:gd name="connsiteX316" fmla="*/ 261767 w 4890050"/>
                      <a:gd name="connsiteY316" fmla="*/ 158091 h 3834534"/>
                      <a:gd name="connsiteX317" fmla="*/ 251291 w 4890050"/>
                      <a:gd name="connsiteY317" fmla="*/ 169441 h 3834534"/>
                      <a:gd name="connsiteX318" fmla="*/ 67161 w 4890050"/>
                      <a:gd name="connsiteY318" fmla="*/ 169441 h 3834534"/>
                      <a:gd name="connsiteX319" fmla="*/ 67161 w 4890050"/>
                      <a:gd name="connsiteY319" fmla="*/ 172224 h 3834534"/>
                      <a:gd name="connsiteX320" fmla="*/ 251294 w 4890050"/>
                      <a:gd name="connsiteY320" fmla="*/ 172224 h 3834534"/>
                      <a:gd name="connsiteX321" fmla="*/ 261767 w 4890050"/>
                      <a:gd name="connsiteY321" fmla="*/ 183573 h 3834534"/>
                      <a:gd name="connsiteX322" fmla="*/ 261767 w 4890050"/>
                      <a:gd name="connsiteY322" fmla="*/ 441841 h 3834534"/>
                      <a:gd name="connsiteX323" fmla="*/ 251289 w 4890050"/>
                      <a:gd name="connsiteY323" fmla="*/ 453190 h 3834534"/>
                      <a:gd name="connsiteX324" fmla="*/ 67161 w 4890050"/>
                      <a:gd name="connsiteY324" fmla="*/ 453190 h 3834534"/>
                      <a:gd name="connsiteX325" fmla="*/ 67161 w 4890050"/>
                      <a:gd name="connsiteY325" fmla="*/ 455974 h 3834534"/>
                      <a:gd name="connsiteX326" fmla="*/ 251294 w 4890050"/>
                      <a:gd name="connsiteY326" fmla="*/ 455974 h 3834534"/>
                      <a:gd name="connsiteX327" fmla="*/ 261767 w 4890050"/>
                      <a:gd name="connsiteY327" fmla="*/ 467322 h 3834534"/>
                      <a:gd name="connsiteX328" fmla="*/ 261767 w 4890050"/>
                      <a:gd name="connsiteY328" fmla="*/ 561322 h 3834534"/>
                      <a:gd name="connsiteX329" fmla="*/ 264349 w 4890050"/>
                      <a:gd name="connsiteY329" fmla="*/ 561322 h 3834534"/>
                      <a:gd name="connsiteX330" fmla="*/ 264349 w 4890050"/>
                      <a:gd name="connsiteY330" fmla="*/ 467261 h 3834534"/>
                      <a:gd name="connsiteX331" fmla="*/ 274765 w 4890050"/>
                      <a:gd name="connsiteY331" fmla="*/ 455974 h 3834534"/>
                      <a:gd name="connsiteX332" fmla="*/ 513089 w 4890050"/>
                      <a:gd name="connsiteY332" fmla="*/ 455974 h 3834534"/>
                      <a:gd name="connsiteX333" fmla="*/ 523535 w 4890050"/>
                      <a:gd name="connsiteY333" fmla="*/ 467290 h 3834534"/>
                      <a:gd name="connsiteX334" fmla="*/ 523535 w 4890050"/>
                      <a:gd name="connsiteY334" fmla="*/ 561322 h 3834534"/>
                      <a:gd name="connsiteX335" fmla="*/ 526116 w 4890050"/>
                      <a:gd name="connsiteY335" fmla="*/ 561322 h 3834534"/>
                      <a:gd name="connsiteX336" fmla="*/ 526116 w 4890050"/>
                      <a:gd name="connsiteY336" fmla="*/ 467290 h 3834534"/>
                      <a:gd name="connsiteX337" fmla="*/ 536562 w 4890050"/>
                      <a:gd name="connsiteY337" fmla="*/ 455974 h 3834534"/>
                      <a:gd name="connsiteX338" fmla="*/ 774856 w 4890050"/>
                      <a:gd name="connsiteY338" fmla="*/ 455974 h 3834534"/>
                      <a:gd name="connsiteX339" fmla="*/ 785301 w 4890050"/>
                      <a:gd name="connsiteY339" fmla="*/ 467290 h 3834534"/>
                      <a:gd name="connsiteX340" fmla="*/ 785301 w 4890050"/>
                      <a:gd name="connsiteY340" fmla="*/ 561322 h 3834534"/>
                      <a:gd name="connsiteX341" fmla="*/ 787885 w 4890050"/>
                      <a:gd name="connsiteY341" fmla="*/ 561322 h 3834534"/>
                      <a:gd name="connsiteX342" fmla="*/ 787885 w 4890050"/>
                      <a:gd name="connsiteY342" fmla="*/ 467290 h 3834534"/>
                      <a:gd name="connsiteX343" fmla="*/ 798330 w 4890050"/>
                      <a:gd name="connsiteY343" fmla="*/ 455974 h 3834534"/>
                      <a:gd name="connsiteX344" fmla="*/ 1036577 w 4890050"/>
                      <a:gd name="connsiteY344" fmla="*/ 455974 h 3834534"/>
                      <a:gd name="connsiteX345" fmla="*/ 1046980 w 4890050"/>
                      <a:gd name="connsiteY345" fmla="*/ 467241 h 3834534"/>
                      <a:gd name="connsiteX346" fmla="*/ 1046980 w 4890050"/>
                      <a:gd name="connsiteY346" fmla="*/ 561322 h 3834534"/>
                      <a:gd name="connsiteX347" fmla="*/ 1049562 w 4890050"/>
                      <a:gd name="connsiteY347" fmla="*/ 561322 h 3834534"/>
                      <a:gd name="connsiteX348" fmla="*/ 1049562 w 4890050"/>
                      <a:gd name="connsiteY348" fmla="*/ 467343 h 3834534"/>
                      <a:gd name="connsiteX349" fmla="*/ 1060055 w 4890050"/>
                      <a:gd name="connsiteY349" fmla="*/ 455974 h 3834534"/>
                      <a:gd name="connsiteX350" fmla="*/ 1298334 w 4890050"/>
                      <a:gd name="connsiteY350" fmla="*/ 455974 h 3834534"/>
                      <a:gd name="connsiteX351" fmla="*/ 1308721 w 4890050"/>
                      <a:gd name="connsiteY351" fmla="*/ 467227 h 3834534"/>
                      <a:gd name="connsiteX352" fmla="*/ 1308721 w 4890050"/>
                      <a:gd name="connsiteY352" fmla="*/ 561322 h 3834534"/>
                      <a:gd name="connsiteX353" fmla="*/ 1311306 w 4890050"/>
                      <a:gd name="connsiteY353" fmla="*/ 561322 h 3834534"/>
                      <a:gd name="connsiteX354" fmla="*/ 1311306 w 4890050"/>
                      <a:gd name="connsiteY354" fmla="*/ 467353 h 3834534"/>
                      <a:gd name="connsiteX355" fmla="*/ 1321801 w 4890050"/>
                      <a:gd name="connsiteY355" fmla="*/ 455974 h 3834534"/>
                      <a:gd name="connsiteX356" fmla="*/ 1560093 w 4890050"/>
                      <a:gd name="connsiteY356" fmla="*/ 455974 h 3834534"/>
                      <a:gd name="connsiteX357" fmla="*/ 1570491 w 4890050"/>
                      <a:gd name="connsiteY357" fmla="*/ 467239 h 3834534"/>
                      <a:gd name="connsiteX358" fmla="*/ 1570491 w 4890050"/>
                      <a:gd name="connsiteY358" fmla="*/ 561322 h 3834534"/>
                      <a:gd name="connsiteX359" fmla="*/ 1573045 w 4890050"/>
                      <a:gd name="connsiteY359" fmla="*/ 561322 h 3834534"/>
                      <a:gd name="connsiteX360" fmla="*/ 1573045 w 4890050"/>
                      <a:gd name="connsiteY360" fmla="*/ 467374 h 3834534"/>
                      <a:gd name="connsiteX361" fmla="*/ 1583565 w 4890050"/>
                      <a:gd name="connsiteY361" fmla="*/ 455974 h 3834534"/>
                      <a:gd name="connsiteX362" fmla="*/ 1821854 w 4890050"/>
                      <a:gd name="connsiteY362" fmla="*/ 455974 h 3834534"/>
                      <a:gd name="connsiteX363" fmla="*/ 1832241 w 4890050"/>
                      <a:gd name="connsiteY363" fmla="*/ 467233 h 3834534"/>
                      <a:gd name="connsiteX364" fmla="*/ 1832241 w 4890050"/>
                      <a:gd name="connsiteY364" fmla="*/ 561322 h 3834534"/>
                      <a:gd name="connsiteX365" fmla="*/ 1834826 w 4890050"/>
                      <a:gd name="connsiteY365" fmla="*/ 561322 h 3834534"/>
                      <a:gd name="connsiteX366" fmla="*/ 1834826 w 4890050"/>
                      <a:gd name="connsiteY366" fmla="*/ 467350 h 3834534"/>
                      <a:gd name="connsiteX367" fmla="*/ 1845322 w 4890050"/>
                      <a:gd name="connsiteY367" fmla="*/ 455974 h 3834534"/>
                      <a:gd name="connsiteX368" fmla="*/ 2083631 w 4890050"/>
                      <a:gd name="connsiteY368" fmla="*/ 455974 h 3834534"/>
                      <a:gd name="connsiteX369" fmla="*/ 2094024 w 4890050"/>
                      <a:gd name="connsiteY369" fmla="*/ 467239 h 3834534"/>
                      <a:gd name="connsiteX370" fmla="*/ 2094024 w 4890050"/>
                      <a:gd name="connsiteY370" fmla="*/ 561322 h 3834534"/>
                      <a:gd name="connsiteX371" fmla="*/ 2096583 w 4890050"/>
                      <a:gd name="connsiteY371" fmla="*/ 561322 h 3834534"/>
                      <a:gd name="connsiteX372" fmla="*/ 2096583 w 4890050"/>
                      <a:gd name="connsiteY372" fmla="*/ 467373 h 3834534"/>
                      <a:gd name="connsiteX373" fmla="*/ 2107102 w 4890050"/>
                      <a:gd name="connsiteY373" fmla="*/ 455974 h 3834534"/>
                      <a:gd name="connsiteX374" fmla="*/ 2345407 w 4890050"/>
                      <a:gd name="connsiteY374" fmla="*/ 455974 h 3834534"/>
                      <a:gd name="connsiteX375" fmla="*/ 2355756 w 4890050"/>
                      <a:gd name="connsiteY375" fmla="*/ 467196 h 3834534"/>
                      <a:gd name="connsiteX376" fmla="*/ 2355756 w 4890050"/>
                      <a:gd name="connsiteY376" fmla="*/ 561322 h 3834534"/>
                      <a:gd name="connsiteX377" fmla="*/ 2358343 w 4890050"/>
                      <a:gd name="connsiteY377" fmla="*/ 561322 h 3834534"/>
                      <a:gd name="connsiteX378" fmla="*/ 2358343 w 4890050"/>
                      <a:gd name="connsiteY378" fmla="*/ 467388 h 3834534"/>
                      <a:gd name="connsiteX379" fmla="*/ 2368886 w 4890050"/>
                      <a:gd name="connsiteY379" fmla="*/ 455974 h 3834534"/>
                      <a:gd name="connsiteX380" fmla="*/ 2607176 w 4890050"/>
                      <a:gd name="connsiteY380" fmla="*/ 455974 h 3834534"/>
                      <a:gd name="connsiteX381" fmla="*/ 2617528 w 4890050"/>
                      <a:gd name="connsiteY381" fmla="*/ 467192 h 3834534"/>
                      <a:gd name="connsiteX382" fmla="*/ 2617528 w 4890050"/>
                      <a:gd name="connsiteY382" fmla="*/ 561322 h 3834534"/>
                      <a:gd name="connsiteX383" fmla="*/ 2620089 w 4890050"/>
                      <a:gd name="connsiteY383" fmla="*/ 561322 h 3834534"/>
                      <a:gd name="connsiteX384" fmla="*/ 2620089 w 4890050"/>
                      <a:gd name="connsiteY384" fmla="*/ 467416 h 3834534"/>
                      <a:gd name="connsiteX385" fmla="*/ 2630648 w 4890050"/>
                      <a:gd name="connsiteY385" fmla="*/ 455974 h 3834534"/>
                      <a:gd name="connsiteX386" fmla="*/ 2868947 w 4890050"/>
                      <a:gd name="connsiteY386" fmla="*/ 455974 h 3834534"/>
                      <a:gd name="connsiteX387" fmla="*/ 2879310 w 4890050"/>
                      <a:gd name="connsiteY387" fmla="*/ 467199 h 3834534"/>
                      <a:gd name="connsiteX388" fmla="*/ 2879310 w 4890050"/>
                      <a:gd name="connsiteY388" fmla="*/ 561322 h 3834534"/>
                      <a:gd name="connsiteX389" fmla="*/ 2881890 w 4890050"/>
                      <a:gd name="connsiteY389" fmla="*/ 561322 h 3834534"/>
                      <a:gd name="connsiteX390" fmla="*/ 2881890 w 4890050"/>
                      <a:gd name="connsiteY390" fmla="*/ 467381 h 3834534"/>
                      <a:gd name="connsiteX391" fmla="*/ 2892420 w 4890050"/>
                      <a:gd name="connsiteY391" fmla="*/ 455974 h 3834534"/>
                      <a:gd name="connsiteX392" fmla="*/ 3130715 w 4890050"/>
                      <a:gd name="connsiteY392" fmla="*/ 455974 h 3834534"/>
                      <a:gd name="connsiteX393" fmla="*/ 3141077 w 4890050"/>
                      <a:gd name="connsiteY393" fmla="*/ 467199 h 3834534"/>
                      <a:gd name="connsiteX394" fmla="*/ 3141077 w 4890050"/>
                      <a:gd name="connsiteY394" fmla="*/ 561322 h 3834534"/>
                      <a:gd name="connsiteX395" fmla="*/ 3143659 w 4890050"/>
                      <a:gd name="connsiteY395" fmla="*/ 561322 h 3834534"/>
                      <a:gd name="connsiteX396" fmla="*/ 3143659 w 4890050"/>
                      <a:gd name="connsiteY396" fmla="*/ 467382 h 3834534"/>
                      <a:gd name="connsiteX397" fmla="*/ 3154191 w 4890050"/>
                      <a:gd name="connsiteY397" fmla="*/ 455974 h 3834534"/>
                      <a:gd name="connsiteX398" fmla="*/ 3392489 w 4890050"/>
                      <a:gd name="connsiteY398" fmla="*/ 455974 h 3834534"/>
                      <a:gd name="connsiteX399" fmla="*/ 3402877 w 4890050"/>
                      <a:gd name="connsiteY399" fmla="*/ 467229 h 3834534"/>
                      <a:gd name="connsiteX400" fmla="*/ 3402877 w 4890050"/>
                      <a:gd name="connsiteY400" fmla="*/ 561322 h 3834534"/>
                      <a:gd name="connsiteX401" fmla="*/ 3405432 w 4890050"/>
                      <a:gd name="connsiteY401" fmla="*/ 561322 h 3834534"/>
                      <a:gd name="connsiteX402" fmla="*/ 3405432 w 4890050"/>
                      <a:gd name="connsiteY402" fmla="*/ 467382 h 3834534"/>
                      <a:gd name="connsiteX403" fmla="*/ 3415964 w 4890050"/>
                      <a:gd name="connsiteY403" fmla="*/ 455974 h 3834534"/>
                      <a:gd name="connsiteX404" fmla="*/ 3654248 w 4890050"/>
                      <a:gd name="connsiteY404" fmla="*/ 455974 h 3834534"/>
                      <a:gd name="connsiteX405" fmla="*/ 3664630 w 4890050"/>
                      <a:gd name="connsiteY405" fmla="*/ 467222 h 3834534"/>
                      <a:gd name="connsiteX406" fmla="*/ 3664630 w 4890050"/>
                      <a:gd name="connsiteY406" fmla="*/ 561322 h 3834534"/>
                      <a:gd name="connsiteX407" fmla="*/ 3667188 w 4890050"/>
                      <a:gd name="connsiteY407" fmla="*/ 561322 h 3834534"/>
                      <a:gd name="connsiteX408" fmla="*/ 3667188 w 4890050"/>
                      <a:gd name="connsiteY408" fmla="*/ 467388 h 3834534"/>
                      <a:gd name="connsiteX409" fmla="*/ 3677723 w 4890050"/>
                      <a:gd name="connsiteY409" fmla="*/ 455974 h 3834534"/>
                      <a:gd name="connsiteX410" fmla="*/ 3916028 w 4890050"/>
                      <a:gd name="connsiteY410" fmla="*/ 455974 h 3834534"/>
                      <a:gd name="connsiteX411" fmla="*/ 3926418 w 4890050"/>
                      <a:gd name="connsiteY411" fmla="*/ 467229 h 3834534"/>
                      <a:gd name="connsiteX412" fmla="*/ 3926418 w 4890050"/>
                      <a:gd name="connsiteY412" fmla="*/ 561322 h 3834534"/>
                      <a:gd name="connsiteX413" fmla="*/ 3928977 w 4890050"/>
                      <a:gd name="connsiteY413" fmla="*/ 561322 h 3834534"/>
                      <a:gd name="connsiteX414" fmla="*/ 3928977 w 4890050"/>
                      <a:gd name="connsiteY414" fmla="*/ 467381 h 3834534"/>
                      <a:gd name="connsiteX415" fmla="*/ 3939498 w 4890050"/>
                      <a:gd name="connsiteY415" fmla="*/ 455974 h 3834534"/>
                      <a:gd name="connsiteX416" fmla="*/ 4177815 w 4890050"/>
                      <a:gd name="connsiteY416" fmla="*/ 455974 h 3834534"/>
                      <a:gd name="connsiteX417" fmla="*/ 4188170 w 4890050"/>
                      <a:gd name="connsiteY417" fmla="*/ 467193 h 3834534"/>
                      <a:gd name="connsiteX418" fmla="*/ 4188170 w 4890050"/>
                      <a:gd name="connsiteY418" fmla="*/ 561322 h 3834534"/>
                      <a:gd name="connsiteX419" fmla="*/ 4190725 w 4890050"/>
                      <a:gd name="connsiteY419" fmla="*/ 561322 h 3834534"/>
                      <a:gd name="connsiteX420" fmla="*/ 4190725 w 4890050"/>
                      <a:gd name="connsiteY420" fmla="*/ 467419 h 3834534"/>
                      <a:gd name="connsiteX421" fmla="*/ 4201292 w 4890050"/>
                      <a:gd name="connsiteY421" fmla="*/ 455974 h 3834534"/>
                      <a:gd name="connsiteX422" fmla="*/ 4439575 w 4890050"/>
                      <a:gd name="connsiteY422" fmla="*/ 455974 h 3834534"/>
                      <a:gd name="connsiteX423" fmla="*/ 4449923 w 4890050"/>
                      <a:gd name="connsiteY423" fmla="*/ 467187 h 3834534"/>
                      <a:gd name="connsiteX424" fmla="*/ 4449923 w 4890050"/>
                      <a:gd name="connsiteY424" fmla="*/ 561322 h 3834534"/>
                      <a:gd name="connsiteX425" fmla="*/ 4452505 w 4890050"/>
                      <a:gd name="connsiteY425" fmla="*/ 561322 h 3834534"/>
                      <a:gd name="connsiteX426" fmla="*/ 4452505 w 4890050"/>
                      <a:gd name="connsiteY426" fmla="*/ 467395 h 3834534"/>
                      <a:gd name="connsiteX427" fmla="*/ 4463047 w 4890050"/>
                      <a:gd name="connsiteY427" fmla="*/ 455974 h 3834534"/>
                      <a:gd name="connsiteX428" fmla="*/ 4701350 w 4890050"/>
                      <a:gd name="connsiteY428" fmla="*/ 455974 h 3834534"/>
                      <a:gd name="connsiteX429" fmla="*/ 4711706 w 4890050"/>
                      <a:gd name="connsiteY429" fmla="*/ 467193 h 3834534"/>
                      <a:gd name="connsiteX430" fmla="*/ 4711706 w 4890050"/>
                      <a:gd name="connsiteY430" fmla="*/ 561322 h 3834534"/>
                      <a:gd name="connsiteX431" fmla="*/ 4714289 w 4890050"/>
                      <a:gd name="connsiteY431" fmla="*/ 561322 h 3834534"/>
                      <a:gd name="connsiteX432" fmla="*/ 4714289 w 4890050"/>
                      <a:gd name="connsiteY432" fmla="*/ 467388 h 3834534"/>
                      <a:gd name="connsiteX433" fmla="*/ 4724825 w 4890050"/>
                      <a:gd name="connsiteY433" fmla="*/ 455974 h 3834534"/>
                      <a:gd name="connsiteX434" fmla="*/ 4890050 w 4890050"/>
                      <a:gd name="connsiteY434" fmla="*/ 455974 h 3834534"/>
                      <a:gd name="connsiteX435" fmla="*/ 4890044 w 4890050"/>
                      <a:gd name="connsiteY435" fmla="*/ 453190 h 3834534"/>
                      <a:gd name="connsiteX436" fmla="*/ 4724828 w 4890050"/>
                      <a:gd name="connsiteY436" fmla="*/ 453190 h 3834534"/>
                      <a:gd name="connsiteX437" fmla="*/ 4714285 w 4890050"/>
                      <a:gd name="connsiteY437" fmla="*/ 441769 h 3834534"/>
                      <a:gd name="connsiteX438" fmla="*/ 4714285 w 4890050"/>
                      <a:gd name="connsiteY438" fmla="*/ 183638 h 3834534"/>
                      <a:gd name="connsiteX439" fmla="*/ 4724821 w 4890050"/>
                      <a:gd name="connsiteY439" fmla="*/ 172224 h 3834534"/>
                      <a:gd name="connsiteX440" fmla="*/ 4889400 w 4890050"/>
                      <a:gd name="connsiteY440" fmla="*/ 172224 h 3834534"/>
                      <a:gd name="connsiteX441" fmla="*/ 4889394 w 4890050"/>
                      <a:gd name="connsiteY441" fmla="*/ 169441 h 3834534"/>
                      <a:gd name="connsiteX442" fmla="*/ 4724823 w 4890050"/>
                      <a:gd name="connsiteY442" fmla="*/ 169441 h 3834534"/>
                      <a:gd name="connsiteX443" fmla="*/ 4714281 w 4890050"/>
                      <a:gd name="connsiteY443" fmla="*/ 158018 h 3834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  <a:cxn ang="0">
                        <a:pos x="connsiteX370" y="connsiteY370"/>
                      </a:cxn>
                      <a:cxn ang="0">
                        <a:pos x="connsiteX371" y="connsiteY371"/>
                      </a:cxn>
                      <a:cxn ang="0">
                        <a:pos x="connsiteX372" y="connsiteY372"/>
                      </a:cxn>
                      <a:cxn ang="0">
                        <a:pos x="connsiteX373" y="connsiteY373"/>
                      </a:cxn>
                      <a:cxn ang="0">
                        <a:pos x="connsiteX374" y="connsiteY374"/>
                      </a:cxn>
                      <a:cxn ang="0">
                        <a:pos x="connsiteX375" y="connsiteY375"/>
                      </a:cxn>
                      <a:cxn ang="0">
                        <a:pos x="connsiteX376" y="connsiteY376"/>
                      </a:cxn>
                      <a:cxn ang="0">
                        <a:pos x="connsiteX377" y="connsiteY377"/>
                      </a:cxn>
                      <a:cxn ang="0">
                        <a:pos x="connsiteX378" y="connsiteY378"/>
                      </a:cxn>
                      <a:cxn ang="0">
                        <a:pos x="connsiteX379" y="connsiteY379"/>
                      </a:cxn>
                      <a:cxn ang="0">
                        <a:pos x="connsiteX380" y="connsiteY380"/>
                      </a:cxn>
                      <a:cxn ang="0">
                        <a:pos x="connsiteX381" y="connsiteY381"/>
                      </a:cxn>
                      <a:cxn ang="0">
                        <a:pos x="connsiteX382" y="connsiteY382"/>
                      </a:cxn>
                      <a:cxn ang="0">
                        <a:pos x="connsiteX383" y="connsiteY383"/>
                      </a:cxn>
                      <a:cxn ang="0">
                        <a:pos x="connsiteX384" y="connsiteY384"/>
                      </a:cxn>
                      <a:cxn ang="0">
                        <a:pos x="connsiteX385" y="connsiteY385"/>
                      </a:cxn>
                      <a:cxn ang="0">
                        <a:pos x="connsiteX386" y="connsiteY386"/>
                      </a:cxn>
                      <a:cxn ang="0">
                        <a:pos x="connsiteX387" y="connsiteY387"/>
                      </a:cxn>
                      <a:cxn ang="0">
                        <a:pos x="connsiteX388" y="connsiteY388"/>
                      </a:cxn>
                      <a:cxn ang="0">
                        <a:pos x="connsiteX389" y="connsiteY389"/>
                      </a:cxn>
                      <a:cxn ang="0">
                        <a:pos x="connsiteX390" y="connsiteY390"/>
                      </a:cxn>
                      <a:cxn ang="0">
                        <a:pos x="connsiteX391" y="connsiteY391"/>
                      </a:cxn>
                      <a:cxn ang="0">
                        <a:pos x="connsiteX392" y="connsiteY392"/>
                      </a:cxn>
                      <a:cxn ang="0">
                        <a:pos x="connsiteX393" y="connsiteY393"/>
                      </a:cxn>
                      <a:cxn ang="0">
                        <a:pos x="connsiteX394" y="connsiteY394"/>
                      </a:cxn>
                      <a:cxn ang="0">
                        <a:pos x="connsiteX395" y="connsiteY395"/>
                      </a:cxn>
                      <a:cxn ang="0">
                        <a:pos x="connsiteX396" y="connsiteY396"/>
                      </a:cxn>
                      <a:cxn ang="0">
                        <a:pos x="connsiteX397" y="connsiteY397"/>
                      </a:cxn>
                      <a:cxn ang="0">
                        <a:pos x="connsiteX398" y="connsiteY398"/>
                      </a:cxn>
                      <a:cxn ang="0">
                        <a:pos x="connsiteX399" y="connsiteY399"/>
                      </a:cxn>
                      <a:cxn ang="0">
                        <a:pos x="connsiteX400" y="connsiteY400"/>
                      </a:cxn>
                      <a:cxn ang="0">
                        <a:pos x="connsiteX401" y="connsiteY401"/>
                      </a:cxn>
                      <a:cxn ang="0">
                        <a:pos x="connsiteX402" y="connsiteY402"/>
                      </a:cxn>
                      <a:cxn ang="0">
                        <a:pos x="connsiteX403" y="connsiteY403"/>
                      </a:cxn>
                      <a:cxn ang="0">
                        <a:pos x="connsiteX404" y="connsiteY404"/>
                      </a:cxn>
                      <a:cxn ang="0">
                        <a:pos x="connsiteX405" y="connsiteY405"/>
                      </a:cxn>
                      <a:cxn ang="0">
                        <a:pos x="connsiteX406" y="connsiteY406"/>
                      </a:cxn>
                      <a:cxn ang="0">
                        <a:pos x="connsiteX407" y="connsiteY407"/>
                      </a:cxn>
                      <a:cxn ang="0">
                        <a:pos x="connsiteX408" y="connsiteY408"/>
                      </a:cxn>
                      <a:cxn ang="0">
                        <a:pos x="connsiteX409" y="connsiteY409"/>
                      </a:cxn>
                      <a:cxn ang="0">
                        <a:pos x="connsiteX410" y="connsiteY410"/>
                      </a:cxn>
                      <a:cxn ang="0">
                        <a:pos x="connsiteX411" y="connsiteY411"/>
                      </a:cxn>
                      <a:cxn ang="0">
                        <a:pos x="connsiteX412" y="connsiteY412"/>
                      </a:cxn>
                      <a:cxn ang="0">
                        <a:pos x="connsiteX413" y="connsiteY413"/>
                      </a:cxn>
                      <a:cxn ang="0">
                        <a:pos x="connsiteX414" y="connsiteY414"/>
                      </a:cxn>
                      <a:cxn ang="0">
                        <a:pos x="connsiteX415" y="connsiteY415"/>
                      </a:cxn>
                      <a:cxn ang="0">
                        <a:pos x="connsiteX416" y="connsiteY416"/>
                      </a:cxn>
                      <a:cxn ang="0">
                        <a:pos x="connsiteX417" y="connsiteY417"/>
                      </a:cxn>
                      <a:cxn ang="0">
                        <a:pos x="connsiteX418" y="connsiteY418"/>
                      </a:cxn>
                      <a:cxn ang="0">
                        <a:pos x="connsiteX419" y="connsiteY419"/>
                      </a:cxn>
                      <a:cxn ang="0">
                        <a:pos x="connsiteX420" y="connsiteY420"/>
                      </a:cxn>
                      <a:cxn ang="0">
                        <a:pos x="connsiteX421" y="connsiteY421"/>
                      </a:cxn>
                      <a:cxn ang="0">
                        <a:pos x="connsiteX422" y="connsiteY422"/>
                      </a:cxn>
                      <a:cxn ang="0">
                        <a:pos x="connsiteX423" y="connsiteY423"/>
                      </a:cxn>
                      <a:cxn ang="0">
                        <a:pos x="connsiteX424" y="connsiteY424"/>
                      </a:cxn>
                      <a:cxn ang="0">
                        <a:pos x="connsiteX425" y="connsiteY425"/>
                      </a:cxn>
                      <a:cxn ang="0">
                        <a:pos x="connsiteX426" y="connsiteY426"/>
                      </a:cxn>
                      <a:cxn ang="0">
                        <a:pos x="connsiteX427" y="connsiteY427"/>
                      </a:cxn>
                      <a:cxn ang="0">
                        <a:pos x="connsiteX428" y="connsiteY428"/>
                      </a:cxn>
                      <a:cxn ang="0">
                        <a:pos x="connsiteX429" y="connsiteY429"/>
                      </a:cxn>
                      <a:cxn ang="0">
                        <a:pos x="connsiteX430" y="connsiteY430"/>
                      </a:cxn>
                      <a:cxn ang="0">
                        <a:pos x="connsiteX431" y="connsiteY431"/>
                      </a:cxn>
                      <a:cxn ang="0">
                        <a:pos x="connsiteX432" y="connsiteY432"/>
                      </a:cxn>
                      <a:cxn ang="0">
                        <a:pos x="connsiteX433" y="connsiteY433"/>
                      </a:cxn>
                      <a:cxn ang="0">
                        <a:pos x="connsiteX434" y="connsiteY434"/>
                      </a:cxn>
                      <a:cxn ang="0">
                        <a:pos x="connsiteX435" y="connsiteY435"/>
                      </a:cxn>
                      <a:cxn ang="0">
                        <a:pos x="connsiteX436" y="connsiteY436"/>
                      </a:cxn>
                      <a:cxn ang="0">
                        <a:pos x="connsiteX437" y="connsiteY437"/>
                      </a:cxn>
                      <a:cxn ang="0">
                        <a:pos x="connsiteX438" y="connsiteY438"/>
                      </a:cxn>
                      <a:cxn ang="0">
                        <a:pos x="connsiteX439" y="connsiteY439"/>
                      </a:cxn>
                      <a:cxn ang="0">
                        <a:pos x="connsiteX440" y="connsiteY440"/>
                      </a:cxn>
                      <a:cxn ang="0">
                        <a:pos x="connsiteX441" y="connsiteY441"/>
                      </a:cxn>
                      <a:cxn ang="0">
                        <a:pos x="connsiteX442" y="connsiteY442"/>
                      </a:cxn>
                      <a:cxn ang="0">
                        <a:pos x="connsiteX443" y="connsiteY443"/>
                      </a:cxn>
                    </a:cxnLst>
                    <a:rect l="l" t="t" r="r" b="b"/>
                    <a:pathLst>
                      <a:path w="4890050" h="3834534">
                        <a:moveTo>
                          <a:pt x="2554" y="3594082"/>
                        </a:moveTo>
                        <a:lnTo>
                          <a:pt x="0" y="3594082"/>
                        </a:lnTo>
                        <a:lnTo>
                          <a:pt x="0" y="3812622"/>
                        </a:lnTo>
                        <a:lnTo>
                          <a:pt x="2554" y="3815261"/>
                        </a:lnTo>
                        <a:close/>
                        <a:moveTo>
                          <a:pt x="264349" y="3594082"/>
                        </a:moveTo>
                        <a:lnTo>
                          <a:pt x="261767" y="3594082"/>
                        </a:lnTo>
                        <a:lnTo>
                          <a:pt x="261767" y="3834534"/>
                        </a:lnTo>
                        <a:lnTo>
                          <a:pt x="264349" y="3834534"/>
                        </a:lnTo>
                        <a:close/>
                        <a:moveTo>
                          <a:pt x="526116" y="3594082"/>
                        </a:moveTo>
                        <a:lnTo>
                          <a:pt x="523535" y="3594082"/>
                        </a:lnTo>
                        <a:lnTo>
                          <a:pt x="523535" y="3834534"/>
                        </a:lnTo>
                        <a:lnTo>
                          <a:pt x="526116" y="3834534"/>
                        </a:lnTo>
                        <a:close/>
                        <a:moveTo>
                          <a:pt x="787885" y="3594082"/>
                        </a:moveTo>
                        <a:lnTo>
                          <a:pt x="785301" y="3594082"/>
                        </a:lnTo>
                        <a:lnTo>
                          <a:pt x="785301" y="3834534"/>
                        </a:lnTo>
                        <a:lnTo>
                          <a:pt x="787885" y="3834534"/>
                        </a:lnTo>
                        <a:close/>
                        <a:moveTo>
                          <a:pt x="1049590" y="3594082"/>
                        </a:moveTo>
                        <a:lnTo>
                          <a:pt x="1047010" y="3594082"/>
                        </a:lnTo>
                        <a:lnTo>
                          <a:pt x="1047010" y="3834534"/>
                        </a:lnTo>
                        <a:lnTo>
                          <a:pt x="1049590" y="3834534"/>
                        </a:lnTo>
                        <a:close/>
                        <a:moveTo>
                          <a:pt x="1311348" y="3594082"/>
                        </a:moveTo>
                        <a:lnTo>
                          <a:pt x="1308753" y="3594082"/>
                        </a:lnTo>
                        <a:lnTo>
                          <a:pt x="1308753" y="3834534"/>
                        </a:lnTo>
                        <a:lnTo>
                          <a:pt x="1311348" y="3834534"/>
                        </a:lnTo>
                        <a:close/>
                        <a:moveTo>
                          <a:pt x="1573093" y="3594082"/>
                        </a:moveTo>
                        <a:lnTo>
                          <a:pt x="1570535" y="3594082"/>
                        </a:lnTo>
                        <a:lnTo>
                          <a:pt x="1570535" y="3834534"/>
                        </a:lnTo>
                        <a:lnTo>
                          <a:pt x="1573093" y="3834534"/>
                        </a:lnTo>
                        <a:close/>
                        <a:moveTo>
                          <a:pt x="1834875" y="3594082"/>
                        </a:moveTo>
                        <a:lnTo>
                          <a:pt x="1832295" y="3594082"/>
                        </a:lnTo>
                        <a:lnTo>
                          <a:pt x="1832295" y="3834534"/>
                        </a:lnTo>
                        <a:lnTo>
                          <a:pt x="1834875" y="3834534"/>
                        </a:lnTo>
                        <a:close/>
                        <a:moveTo>
                          <a:pt x="2096628" y="3594082"/>
                        </a:moveTo>
                        <a:lnTo>
                          <a:pt x="2094066" y="3594082"/>
                        </a:lnTo>
                        <a:lnTo>
                          <a:pt x="2094066" y="3834534"/>
                        </a:lnTo>
                        <a:lnTo>
                          <a:pt x="2096628" y="3834534"/>
                        </a:lnTo>
                        <a:close/>
                        <a:moveTo>
                          <a:pt x="2358398" y="3594082"/>
                        </a:moveTo>
                        <a:lnTo>
                          <a:pt x="2355809" y="3594082"/>
                        </a:lnTo>
                        <a:lnTo>
                          <a:pt x="2355809" y="3834534"/>
                        </a:lnTo>
                        <a:lnTo>
                          <a:pt x="2358398" y="3834534"/>
                        </a:lnTo>
                        <a:close/>
                        <a:moveTo>
                          <a:pt x="2620142" y="3594082"/>
                        </a:moveTo>
                        <a:lnTo>
                          <a:pt x="2617581" y="3594082"/>
                        </a:lnTo>
                        <a:lnTo>
                          <a:pt x="2617581" y="3834534"/>
                        </a:lnTo>
                        <a:lnTo>
                          <a:pt x="2620142" y="3834534"/>
                        </a:lnTo>
                        <a:close/>
                        <a:moveTo>
                          <a:pt x="2881944" y="3594082"/>
                        </a:moveTo>
                        <a:lnTo>
                          <a:pt x="2879358" y="3594082"/>
                        </a:lnTo>
                        <a:lnTo>
                          <a:pt x="2879358" y="3834534"/>
                        </a:lnTo>
                        <a:lnTo>
                          <a:pt x="2881944" y="3834534"/>
                        </a:lnTo>
                        <a:close/>
                        <a:moveTo>
                          <a:pt x="3143708" y="3594082"/>
                        </a:moveTo>
                        <a:lnTo>
                          <a:pt x="3141127" y="3594082"/>
                        </a:lnTo>
                        <a:lnTo>
                          <a:pt x="3141127" y="3834534"/>
                        </a:lnTo>
                        <a:lnTo>
                          <a:pt x="3143708" y="3834534"/>
                        </a:lnTo>
                        <a:close/>
                        <a:moveTo>
                          <a:pt x="3405484" y="3594082"/>
                        </a:moveTo>
                        <a:lnTo>
                          <a:pt x="3402928" y="3594082"/>
                        </a:lnTo>
                        <a:lnTo>
                          <a:pt x="3402928" y="3834534"/>
                        </a:lnTo>
                        <a:lnTo>
                          <a:pt x="3405484" y="3834534"/>
                        </a:lnTo>
                        <a:close/>
                        <a:moveTo>
                          <a:pt x="3667243" y="3594082"/>
                        </a:moveTo>
                        <a:lnTo>
                          <a:pt x="3664686" y="3594082"/>
                        </a:lnTo>
                        <a:lnTo>
                          <a:pt x="3664686" y="3834534"/>
                        </a:lnTo>
                        <a:lnTo>
                          <a:pt x="3667243" y="3834534"/>
                        </a:lnTo>
                        <a:close/>
                        <a:moveTo>
                          <a:pt x="3929027" y="3594082"/>
                        </a:moveTo>
                        <a:lnTo>
                          <a:pt x="3926471" y="3594082"/>
                        </a:lnTo>
                        <a:lnTo>
                          <a:pt x="3926471" y="3834534"/>
                        </a:lnTo>
                        <a:lnTo>
                          <a:pt x="3929027" y="3834534"/>
                        </a:lnTo>
                        <a:close/>
                        <a:moveTo>
                          <a:pt x="4190780" y="3594082"/>
                        </a:moveTo>
                        <a:lnTo>
                          <a:pt x="4188225" y="3594082"/>
                        </a:lnTo>
                        <a:lnTo>
                          <a:pt x="4188225" y="3834534"/>
                        </a:lnTo>
                        <a:lnTo>
                          <a:pt x="4190780" y="3834534"/>
                        </a:lnTo>
                        <a:close/>
                        <a:moveTo>
                          <a:pt x="4452565" y="3594082"/>
                        </a:moveTo>
                        <a:lnTo>
                          <a:pt x="4449982" y="3594082"/>
                        </a:lnTo>
                        <a:lnTo>
                          <a:pt x="4449982" y="3834534"/>
                        </a:lnTo>
                        <a:lnTo>
                          <a:pt x="4452565" y="3834534"/>
                        </a:lnTo>
                        <a:close/>
                        <a:moveTo>
                          <a:pt x="4714343" y="3594082"/>
                        </a:moveTo>
                        <a:lnTo>
                          <a:pt x="4711762" y="3594082"/>
                        </a:lnTo>
                        <a:lnTo>
                          <a:pt x="4711762" y="3834534"/>
                        </a:lnTo>
                        <a:lnTo>
                          <a:pt x="4714343" y="3834534"/>
                        </a:lnTo>
                        <a:close/>
                        <a:moveTo>
                          <a:pt x="513088" y="172224"/>
                        </a:moveTo>
                        <a:lnTo>
                          <a:pt x="523535" y="183543"/>
                        </a:lnTo>
                        <a:lnTo>
                          <a:pt x="523535" y="441871"/>
                        </a:lnTo>
                        <a:lnTo>
                          <a:pt x="513085" y="453190"/>
                        </a:lnTo>
                        <a:lnTo>
                          <a:pt x="274770" y="453190"/>
                        </a:lnTo>
                        <a:lnTo>
                          <a:pt x="264349" y="441901"/>
                        </a:lnTo>
                        <a:lnTo>
                          <a:pt x="264349" y="183513"/>
                        </a:lnTo>
                        <a:lnTo>
                          <a:pt x="274766" y="172224"/>
                        </a:lnTo>
                        <a:close/>
                        <a:moveTo>
                          <a:pt x="774855" y="172224"/>
                        </a:moveTo>
                        <a:lnTo>
                          <a:pt x="785301" y="183543"/>
                        </a:lnTo>
                        <a:lnTo>
                          <a:pt x="785301" y="441871"/>
                        </a:lnTo>
                        <a:lnTo>
                          <a:pt x="774853" y="453190"/>
                        </a:lnTo>
                        <a:lnTo>
                          <a:pt x="536566" y="453190"/>
                        </a:lnTo>
                        <a:lnTo>
                          <a:pt x="526116" y="441871"/>
                        </a:lnTo>
                        <a:lnTo>
                          <a:pt x="526116" y="183543"/>
                        </a:lnTo>
                        <a:lnTo>
                          <a:pt x="536563" y="172224"/>
                        </a:lnTo>
                        <a:close/>
                        <a:moveTo>
                          <a:pt x="1036571" y="172224"/>
                        </a:moveTo>
                        <a:lnTo>
                          <a:pt x="1046976" y="183492"/>
                        </a:lnTo>
                        <a:lnTo>
                          <a:pt x="1046976" y="441923"/>
                        </a:lnTo>
                        <a:lnTo>
                          <a:pt x="1036571" y="453190"/>
                        </a:lnTo>
                        <a:lnTo>
                          <a:pt x="798334" y="453190"/>
                        </a:lnTo>
                        <a:lnTo>
                          <a:pt x="787885" y="441871"/>
                        </a:lnTo>
                        <a:lnTo>
                          <a:pt x="787885" y="183543"/>
                        </a:lnTo>
                        <a:lnTo>
                          <a:pt x="798331" y="172224"/>
                        </a:lnTo>
                        <a:close/>
                        <a:moveTo>
                          <a:pt x="1298334" y="172224"/>
                        </a:moveTo>
                        <a:lnTo>
                          <a:pt x="1308718" y="183475"/>
                        </a:lnTo>
                        <a:lnTo>
                          <a:pt x="1308718" y="441939"/>
                        </a:lnTo>
                        <a:lnTo>
                          <a:pt x="1298334" y="453190"/>
                        </a:lnTo>
                        <a:lnTo>
                          <a:pt x="1060055" y="453190"/>
                        </a:lnTo>
                        <a:lnTo>
                          <a:pt x="1049562" y="441815"/>
                        </a:lnTo>
                        <a:lnTo>
                          <a:pt x="1049562" y="183595"/>
                        </a:lnTo>
                        <a:lnTo>
                          <a:pt x="1060055" y="172224"/>
                        </a:lnTo>
                        <a:close/>
                        <a:moveTo>
                          <a:pt x="1560089" y="172224"/>
                        </a:moveTo>
                        <a:lnTo>
                          <a:pt x="1570486" y="183490"/>
                        </a:lnTo>
                        <a:lnTo>
                          <a:pt x="1570486" y="441927"/>
                        </a:lnTo>
                        <a:lnTo>
                          <a:pt x="1560090" y="453190"/>
                        </a:lnTo>
                        <a:lnTo>
                          <a:pt x="1321801" y="453190"/>
                        </a:lnTo>
                        <a:lnTo>
                          <a:pt x="1311306" y="441799"/>
                        </a:lnTo>
                        <a:lnTo>
                          <a:pt x="1311306" y="183605"/>
                        </a:lnTo>
                        <a:lnTo>
                          <a:pt x="1321801" y="172224"/>
                        </a:lnTo>
                        <a:close/>
                        <a:moveTo>
                          <a:pt x="1821850" y="172224"/>
                        </a:moveTo>
                        <a:lnTo>
                          <a:pt x="1832238" y="183484"/>
                        </a:lnTo>
                        <a:lnTo>
                          <a:pt x="1832238" y="441935"/>
                        </a:lnTo>
                        <a:lnTo>
                          <a:pt x="1821850" y="453190"/>
                        </a:lnTo>
                        <a:lnTo>
                          <a:pt x="1583567" y="453190"/>
                        </a:lnTo>
                        <a:lnTo>
                          <a:pt x="1573041" y="441784"/>
                        </a:lnTo>
                        <a:lnTo>
                          <a:pt x="1573041" y="183625"/>
                        </a:lnTo>
                        <a:lnTo>
                          <a:pt x="1583564" y="172224"/>
                        </a:lnTo>
                        <a:close/>
                        <a:moveTo>
                          <a:pt x="2083625" y="172224"/>
                        </a:moveTo>
                        <a:lnTo>
                          <a:pt x="2094018" y="183490"/>
                        </a:lnTo>
                        <a:lnTo>
                          <a:pt x="2094018" y="441927"/>
                        </a:lnTo>
                        <a:lnTo>
                          <a:pt x="2083625" y="453190"/>
                        </a:lnTo>
                        <a:lnTo>
                          <a:pt x="1845327" y="453190"/>
                        </a:lnTo>
                        <a:lnTo>
                          <a:pt x="1834821" y="441806"/>
                        </a:lnTo>
                        <a:lnTo>
                          <a:pt x="1834821" y="183601"/>
                        </a:lnTo>
                        <a:lnTo>
                          <a:pt x="1845318" y="172224"/>
                        </a:lnTo>
                        <a:close/>
                        <a:moveTo>
                          <a:pt x="2345401" y="172224"/>
                        </a:moveTo>
                        <a:lnTo>
                          <a:pt x="2355746" y="183448"/>
                        </a:lnTo>
                        <a:lnTo>
                          <a:pt x="2355746" y="441971"/>
                        </a:lnTo>
                        <a:lnTo>
                          <a:pt x="2345405" y="453190"/>
                        </a:lnTo>
                        <a:lnTo>
                          <a:pt x="2107106" y="453190"/>
                        </a:lnTo>
                        <a:lnTo>
                          <a:pt x="2096579" y="441785"/>
                        </a:lnTo>
                        <a:lnTo>
                          <a:pt x="2096579" y="183625"/>
                        </a:lnTo>
                        <a:lnTo>
                          <a:pt x="2107099" y="172224"/>
                        </a:lnTo>
                        <a:close/>
                        <a:moveTo>
                          <a:pt x="2607169" y="172224"/>
                        </a:moveTo>
                        <a:lnTo>
                          <a:pt x="2617526" y="183446"/>
                        </a:lnTo>
                        <a:lnTo>
                          <a:pt x="2617526" y="441971"/>
                        </a:lnTo>
                        <a:lnTo>
                          <a:pt x="2607171" y="453190"/>
                        </a:lnTo>
                        <a:lnTo>
                          <a:pt x="2368891" y="453190"/>
                        </a:lnTo>
                        <a:lnTo>
                          <a:pt x="2358338" y="441766"/>
                        </a:lnTo>
                        <a:lnTo>
                          <a:pt x="2358338" y="183641"/>
                        </a:lnTo>
                        <a:lnTo>
                          <a:pt x="2368877" y="172224"/>
                        </a:lnTo>
                        <a:close/>
                        <a:moveTo>
                          <a:pt x="2868938" y="172224"/>
                        </a:moveTo>
                        <a:lnTo>
                          <a:pt x="2879302" y="183452"/>
                        </a:lnTo>
                        <a:lnTo>
                          <a:pt x="2879302" y="441970"/>
                        </a:lnTo>
                        <a:lnTo>
                          <a:pt x="2868944" y="453190"/>
                        </a:lnTo>
                        <a:lnTo>
                          <a:pt x="2630653" y="453190"/>
                        </a:lnTo>
                        <a:lnTo>
                          <a:pt x="2620086" y="441742"/>
                        </a:lnTo>
                        <a:lnTo>
                          <a:pt x="2620086" y="183665"/>
                        </a:lnTo>
                        <a:lnTo>
                          <a:pt x="2630646" y="172224"/>
                        </a:lnTo>
                        <a:close/>
                        <a:moveTo>
                          <a:pt x="3130709" y="172224"/>
                        </a:moveTo>
                        <a:lnTo>
                          <a:pt x="3141069" y="183450"/>
                        </a:lnTo>
                        <a:lnTo>
                          <a:pt x="3141069" y="441970"/>
                        </a:lnTo>
                        <a:lnTo>
                          <a:pt x="3130712" y="453190"/>
                        </a:lnTo>
                        <a:lnTo>
                          <a:pt x="2892423" y="453190"/>
                        </a:lnTo>
                        <a:lnTo>
                          <a:pt x="2881885" y="441774"/>
                        </a:lnTo>
                        <a:lnTo>
                          <a:pt x="2881885" y="183635"/>
                        </a:lnTo>
                        <a:lnTo>
                          <a:pt x="2892415" y="172224"/>
                        </a:lnTo>
                        <a:close/>
                        <a:moveTo>
                          <a:pt x="3392484" y="172224"/>
                        </a:moveTo>
                        <a:lnTo>
                          <a:pt x="3402872" y="183478"/>
                        </a:lnTo>
                        <a:lnTo>
                          <a:pt x="3402872" y="441939"/>
                        </a:lnTo>
                        <a:lnTo>
                          <a:pt x="3392485" y="453190"/>
                        </a:lnTo>
                        <a:lnTo>
                          <a:pt x="3154195" y="453190"/>
                        </a:lnTo>
                        <a:lnTo>
                          <a:pt x="3143653" y="441773"/>
                        </a:lnTo>
                        <a:lnTo>
                          <a:pt x="3143653" y="183635"/>
                        </a:lnTo>
                        <a:lnTo>
                          <a:pt x="3154186" y="172224"/>
                        </a:lnTo>
                        <a:close/>
                        <a:moveTo>
                          <a:pt x="3654243" y="172224"/>
                        </a:moveTo>
                        <a:lnTo>
                          <a:pt x="3664627" y="183475"/>
                        </a:lnTo>
                        <a:lnTo>
                          <a:pt x="3664627" y="441944"/>
                        </a:lnTo>
                        <a:lnTo>
                          <a:pt x="3654247" y="453190"/>
                        </a:lnTo>
                        <a:lnTo>
                          <a:pt x="3415967" y="453190"/>
                        </a:lnTo>
                        <a:lnTo>
                          <a:pt x="3405428" y="441773"/>
                        </a:lnTo>
                        <a:lnTo>
                          <a:pt x="3405428" y="183635"/>
                        </a:lnTo>
                        <a:lnTo>
                          <a:pt x="3415961" y="172224"/>
                        </a:lnTo>
                        <a:close/>
                        <a:moveTo>
                          <a:pt x="3916023" y="172224"/>
                        </a:moveTo>
                        <a:lnTo>
                          <a:pt x="3926415" y="183477"/>
                        </a:lnTo>
                        <a:lnTo>
                          <a:pt x="3926415" y="441939"/>
                        </a:lnTo>
                        <a:lnTo>
                          <a:pt x="3916025" y="453190"/>
                        </a:lnTo>
                        <a:lnTo>
                          <a:pt x="3677728" y="453190"/>
                        </a:lnTo>
                        <a:lnTo>
                          <a:pt x="3667182" y="441767"/>
                        </a:lnTo>
                        <a:lnTo>
                          <a:pt x="3667182" y="183640"/>
                        </a:lnTo>
                        <a:lnTo>
                          <a:pt x="3677720" y="172224"/>
                        </a:lnTo>
                        <a:close/>
                        <a:moveTo>
                          <a:pt x="4177811" y="172224"/>
                        </a:moveTo>
                        <a:lnTo>
                          <a:pt x="4188164" y="183446"/>
                        </a:lnTo>
                        <a:lnTo>
                          <a:pt x="4188164" y="441971"/>
                        </a:lnTo>
                        <a:lnTo>
                          <a:pt x="4177811" y="453190"/>
                        </a:lnTo>
                        <a:lnTo>
                          <a:pt x="3939502" y="453190"/>
                        </a:lnTo>
                        <a:lnTo>
                          <a:pt x="3928974" y="441776"/>
                        </a:lnTo>
                        <a:lnTo>
                          <a:pt x="3928974" y="183634"/>
                        </a:lnTo>
                        <a:lnTo>
                          <a:pt x="3939494" y="172224"/>
                        </a:lnTo>
                        <a:close/>
                        <a:moveTo>
                          <a:pt x="4439569" y="172224"/>
                        </a:moveTo>
                        <a:lnTo>
                          <a:pt x="4449916" y="183437"/>
                        </a:lnTo>
                        <a:lnTo>
                          <a:pt x="4449916" y="441981"/>
                        </a:lnTo>
                        <a:lnTo>
                          <a:pt x="4439571" y="453190"/>
                        </a:lnTo>
                        <a:lnTo>
                          <a:pt x="4201294" y="453190"/>
                        </a:lnTo>
                        <a:lnTo>
                          <a:pt x="4190720" y="441738"/>
                        </a:lnTo>
                        <a:lnTo>
                          <a:pt x="4190720" y="183670"/>
                        </a:lnTo>
                        <a:lnTo>
                          <a:pt x="4201287" y="172224"/>
                        </a:lnTo>
                        <a:close/>
                        <a:moveTo>
                          <a:pt x="4701344" y="172224"/>
                        </a:moveTo>
                        <a:lnTo>
                          <a:pt x="4711701" y="183446"/>
                        </a:lnTo>
                        <a:lnTo>
                          <a:pt x="4711701" y="441971"/>
                        </a:lnTo>
                        <a:lnTo>
                          <a:pt x="4701345" y="453190"/>
                        </a:lnTo>
                        <a:lnTo>
                          <a:pt x="4463050" y="453190"/>
                        </a:lnTo>
                        <a:lnTo>
                          <a:pt x="4452500" y="441759"/>
                        </a:lnTo>
                        <a:lnTo>
                          <a:pt x="4452500" y="183648"/>
                        </a:lnTo>
                        <a:lnTo>
                          <a:pt x="4463042" y="172224"/>
                        </a:lnTo>
                        <a:close/>
                        <a:moveTo>
                          <a:pt x="4714281" y="0"/>
                        </a:moveTo>
                        <a:lnTo>
                          <a:pt x="4711697" y="0"/>
                        </a:lnTo>
                        <a:lnTo>
                          <a:pt x="4711697" y="158224"/>
                        </a:lnTo>
                        <a:lnTo>
                          <a:pt x="4701343" y="169441"/>
                        </a:lnTo>
                        <a:lnTo>
                          <a:pt x="4463044" y="169441"/>
                        </a:lnTo>
                        <a:lnTo>
                          <a:pt x="4452494" y="158012"/>
                        </a:lnTo>
                        <a:lnTo>
                          <a:pt x="4452494" y="0"/>
                        </a:lnTo>
                        <a:lnTo>
                          <a:pt x="4449913" y="0"/>
                        </a:lnTo>
                        <a:lnTo>
                          <a:pt x="4449913" y="158231"/>
                        </a:lnTo>
                        <a:lnTo>
                          <a:pt x="4439567" y="169441"/>
                        </a:lnTo>
                        <a:lnTo>
                          <a:pt x="4201291" y="169441"/>
                        </a:lnTo>
                        <a:lnTo>
                          <a:pt x="4190714" y="157990"/>
                        </a:lnTo>
                        <a:lnTo>
                          <a:pt x="4190714" y="0"/>
                        </a:lnTo>
                        <a:lnTo>
                          <a:pt x="4188161" y="0"/>
                        </a:lnTo>
                        <a:lnTo>
                          <a:pt x="4188161" y="158224"/>
                        </a:lnTo>
                        <a:lnTo>
                          <a:pt x="4177809" y="169441"/>
                        </a:lnTo>
                        <a:lnTo>
                          <a:pt x="3939494" y="169441"/>
                        </a:lnTo>
                        <a:lnTo>
                          <a:pt x="3928969" y="158026"/>
                        </a:lnTo>
                        <a:lnTo>
                          <a:pt x="3928969" y="0"/>
                        </a:lnTo>
                        <a:lnTo>
                          <a:pt x="3926409" y="0"/>
                        </a:lnTo>
                        <a:lnTo>
                          <a:pt x="3926409" y="158192"/>
                        </a:lnTo>
                        <a:lnTo>
                          <a:pt x="3916022" y="169441"/>
                        </a:lnTo>
                        <a:lnTo>
                          <a:pt x="3677720" y="169441"/>
                        </a:lnTo>
                        <a:lnTo>
                          <a:pt x="3667179" y="158018"/>
                        </a:lnTo>
                        <a:lnTo>
                          <a:pt x="3667179" y="0"/>
                        </a:lnTo>
                        <a:lnTo>
                          <a:pt x="3664622" y="0"/>
                        </a:lnTo>
                        <a:lnTo>
                          <a:pt x="3664622" y="158195"/>
                        </a:lnTo>
                        <a:lnTo>
                          <a:pt x="3654242" y="169441"/>
                        </a:lnTo>
                        <a:lnTo>
                          <a:pt x="3415962" y="169441"/>
                        </a:lnTo>
                        <a:lnTo>
                          <a:pt x="3405422" y="158025"/>
                        </a:lnTo>
                        <a:lnTo>
                          <a:pt x="3405422" y="0"/>
                        </a:lnTo>
                        <a:lnTo>
                          <a:pt x="3402867" y="0"/>
                        </a:lnTo>
                        <a:lnTo>
                          <a:pt x="3402867" y="158192"/>
                        </a:lnTo>
                        <a:lnTo>
                          <a:pt x="3392481" y="169441"/>
                        </a:lnTo>
                        <a:lnTo>
                          <a:pt x="3154187" y="169441"/>
                        </a:lnTo>
                        <a:lnTo>
                          <a:pt x="3143648" y="158025"/>
                        </a:lnTo>
                        <a:lnTo>
                          <a:pt x="3143648" y="0"/>
                        </a:lnTo>
                        <a:lnTo>
                          <a:pt x="3141066" y="0"/>
                        </a:lnTo>
                        <a:lnTo>
                          <a:pt x="3141066" y="158217"/>
                        </a:lnTo>
                        <a:lnTo>
                          <a:pt x="3130707" y="169441"/>
                        </a:lnTo>
                        <a:lnTo>
                          <a:pt x="2892418" y="169441"/>
                        </a:lnTo>
                        <a:lnTo>
                          <a:pt x="2881884" y="158027"/>
                        </a:lnTo>
                        <a:lnTo>
                          <a:pt x="2881884" y="0"/>
                        </a:lnTo>
                        <a:lnTo>
                          <a:pt x="2879296" y="0"/>
                        </a:lnTo>
                        <a:lnTo>
                          <a:pt x="2879296" y="158219"/>
                        </a:lnTo>
                        <a:lnTo>
                          <a:pt x="2868932" y="169441"/>
                        </a:lnTo>
                        <a:lnTo>
                          <a:pt x="2630646" y="169441"/>
                        </a:lnTo>
                        <a:lnTo>
                          <a:pt x="2620081" y="157993"/>
                        </a:lnTo>
                        <a:lnTo>
                          <a:pt x="2620081" y="0"/>
                        </a:lnTo>
                        <a:lnTo>
                          <a:pt x="2617520" y="0"/>
                        </a:lnTo>
                        <a:lnTo>
                          <a:pt x="2617520" y="158224"/>
                        </a:lnTo>
                        <a:lnTo>
                          <a:pt x="2607169" y="169441"/>
                        </a:lnTo>
                        <a:lnTo>
                          <a:pt x="2368886" y="169441"/>
                        </a:lnTo>
                        <a:lnTo>
                          <a:pt x="2358329" y="158018"/>
                        </a:lnTo>
                        <a:lnTo>
                          <a:pt x="2358329" y="0"/>
                        </a:lnTo>
                        <a:lnTo>
                          <a:pt x="2355744" y="0"/>
                        </a:lnTo>
                        <a:lnTo>
                          <a:pt x="2355744" y="158222"/>
                        </a:lnTo>
                        <a:lnTo>
                          <a:pt x="2345401" y="169441"/>
                        </a:lnTo>
                        <a:lnTo>
                          <a:pt x="2107102" y="169441"/>
                        </a:lnTo>
                        <a:lnTo>
                          <a:pt x="2096575" y="158034"/>
                        </a:lnTo>
                        <a:lnTo>
                          <a:pt x="2096575" y="0"/>
                        </a:lnTo>
                        <a:lnTo>
                          <a:pt x="2094012" y="0"/>
                        </a:lnTo>
                        <a:lnTo>
                          <a:pt x="2094012" y="158180"/>
                        </a:lnTo>
                        <a:lnTo>
                          <a:pt x="2083625" y="169441"/>
                        </a:lnTo>
                        <a:lnTo>
                          <a:pt x="1845319" y="169441"/>
                        </a:lnTo>
                        <a:lnTo>
                          <a:pt x="1834815" y="158058"/>
                        </a:lnTo>
                        <a:lnTo>
                          <a:pt x="1834815" y="0"/>
                        </a:lnTo>
                        <a:lnTo>
                          <a:pt x="1832233" y="0"/>
                        </a:lnTo>
                        <a:lnTo>
                          <a:pt x="1832233" y="158185"/>
                        </a:lnTo>
                        <a:lnTo>
                          <a:pt x="1821844" y="169441"/>
                        </a:lnTo>
                        <a:lnTo>
                          <a:pt x="1583564" y="169441"/>
                        </a:lnTo>
                        <a:lnTo>
                          <a:pt x="1573040" y="158035"/>
                        </a:lnTo>
                        <a:lnTo>
                          <a:pt x="1573040" y="0"/>
                        </a:lnTo>
                        <a:lnTo>
                          <a:pt x="1570484" y="0"/>
                        </a:lnTo>
                        <a:lnTo>
                          <a:pt x="1570484" y="158178"/>
                        </a:lnTo>
                        <a:lnTo>
                          <a:pt x="1560085" y="169441"/>
                        </a:lnTo>
                        <a:lnTo>
                          <a:pt x="1321801" y="169441"/>
                        </a:lnTo>
                        <a:lnTo>
                          <a:pt x="1311283" y="158052"/>
                        </a:lnTo>
                        <a:lnTo>
                          <a:pt x="1311283" y="0"/>
                        </a:lnTo>
                        <a:lnTo>
                          <a:pt x="1308708" y="0"/>
                        </a:lnTo>
                        <a:lnTo>
                          <a:pt x="1308708" y="158192"/>
                        </a:lnTo>
                        <a:lnTo>
                          <a:pt x="1298334" y="169441"/>
                        </a:lnTo>
                        <a:lnTo>
                          <a:pt x="1060055" y="169441"/>
                        </a:lnTo>
                        <a:lnTo>
                          <a:pt x="1049557" y="158066"/>
                        </a:lnTo>
                        <a:lnTo>
                          <a:pt x="1049557" y="0"/>
                        </a:lnTo>
                        <a:lnTo>
                          <a:pt x="1046974" y="0"/>
                        </a:lnTo>
                        <a:lnTo>
                          <a:pt x="1046974" y="158175"/>
                        </a:lnTo>
                        <a:lnTo>
                          <a:pt x="1036571" y="169441"/>
                        </a:lnTo>
                        <a:lnTo>
                          <a:pt x="798333" y="169441"/>
                        </a:lnTo>
                        <a:lnTo>
                          <a:pt x="787885" y="158122"/>
                        </a:lnTo>
                        <a:lnTo>
                          <a:pt x="787885" y="0"/>
                        </a:lnTo>
                        <a:lnTo>
                          <a:pt x="785301" y="0"/>
                        </a:lnTo>
                        <a:lnTo>
                          <a:pt x="785301" y="158122"/>
                        </a:lnTo>
                        <a:lnTo>
                          <a:pt x="774854" y="169441"/>
                        </a:lnTo>
                        <a:lnTo>
                          <a:pt x="536565" y="169441"/>
                        </a:lnTo>
                        <a:lnTo>
                          <a:pt x="526116" y="158122"/>
                        </a:lnTo>
                        <a:lnTo>
                          <a:pt x="526116" y="0"/>
                        </a:lnTo>
                        <a:lnTo>
                          <a:pt x="523535" y="0"/>
                        </a:lnTo>
                        <a:lnTo>
                          <a:pt x="523535" y="158122"/>
                        </a:lnTo>
                        <a:lnTo>
                          <a:pt x="513086" y="169441"/>
                        </a:lnTo>
                        <a:lnTo>
                          <a:pt x="274769" y="169441"/>
                        </a:lnTo>
                        <a:lnTo>
                          <a:pt x="264349" y="158152"/>
                        </a:lnTo>
                        <a:lnTo>
                          <a:pt x="264349" y="0"/>
                        </a:lnTo>
                        <a:lnTo>
                          <a:pt x="261767" y="0"/>
                        </a:lnTo>
                        <a:lnTo>
                          <a:pt x="261767" y="158091"/>
                        </a:lnTo>
                        <a:lnTo>
                          <a:pt x="251291" y="169441"/>
                        </a:lnTo>
                        <a:lnTo>
                          <a:pt x="67161" y="169441"/>
                        </a:lnTo>
                        <a:lnTo>
                          <a:pt x="67161" y="172224"/>
                        </a:lnTo>
                        <a:lnTo>
                          <a:pt x="251294" y="172224"/>
                        </a:lnTo>
                        <a:lnTo>
                          <a:pt x="261767" y="183573"/>
                        </a:lnTo>
                        <a:lnTo>
                          <a:pt x="261767" y="441841"/>
                        </a:lnTo>
                        <a:lnTo>
                          <a:pt x="251289" y="453190"/>
                        </a:lnTo>
                        <a:lnTo>
                          <a:pt x="67161" y="453190"/>
                        </a:lnTo>
                        <a:lnTo>
                          <a:pt x="67161" y="455974"/>
                        </a:lnTo>
                        <a:lnTo>
                          <a:pt x="251294" y="455974"/>
                        </a:lnTo>
                        <a:lnTo>
                          <a:pt x="261767" y="467322"/>
                        </a:lnTo>
                        <a:lnTo>
                          <a:pt x="261767" y="561322"/>
                        </a:lnTo>
                        <a:lnTo>
                          <a:pt x="264349" y="561322"/>
                        </a:lnTo>
                        <a:lnTo>
                          <a:pt x="264349" y="467261"/>
                        </a:lnTo>
                        <a:lnTo>
                          <a:pt x="274765" y="455974"/>
                        </a:lnTo>
                        <a:lnTo>
                          <a:pt x="513089" y="455974"/>
                        </a:lnTo>
                        <a:lnTo>
                          <a:pt x="523535" y="467290"/>
                        </a:lnTo>
                        <a:lnTo>
                          <a:pt x="523535" y="561322"/>
                        </a:lnTo>
                        <a:lnTo>
                          <a:pt x="526116" y="561322"/>
                        </a:lnTo>
                        <a:lnTo>
                          <a:pt x="526116" y="467290"/>
                        </a:lnTo>
                        <a:lnTo>
                          <a:pt x="536562" y="455974"/>
                        </a:lnTo>
                        <a:lnTo>
                          <a:pt x="774856" y="455974"/>
                        </a:lnTo>
                        <a:lnTo>
                          <a:pt x="785301" y="467290"/>
                        </a:lnTo>
                        <a:lnTo>
                          <a:pt x="785301" y="561322"/>
                        </a:lnTo>
                        <a:lnTo>
                          <a:pt x="787885" y="561322"/>
                        </a:lnTo>
                        <a:lnTo>
                          <a:pt x="787885" y="467290"/>
                        </a:lnTo>
                        <a:lnTo>
                          <a:pt x="798330" y="455974"/>
                        </a:lnTo>
                        <a:lnTo>
                          <a:pt x="1036577" y="455974"/>
                        </a:lnTo>
                        <a:lnTo>
                          <a:pt x="1046980" y="467241"/>
                        </a:lnTo>
                        <a:lnTo>
                          <a:pt x="1046980" y="561322"/>
                        </a:lnTo>
                        <a:lnTo>
                          <a:pt x="1049562" y="561322"/>
                        </a:lnTo>
                        <a:lnTo>
                          <a:pt x="1049562" y="467343"/>
                        </a:lnTo>
                        <a:lnTo>
                          <a:pt x="1060055" y="455974"/>
                        </a:lnTo>
                        <a:lnTo>
                          <a:pt x="1298334" y="455974"/>
                        </a:lnTo>
                        <a:lnTo>
                          <a:pt x="1308721" y="467227"/>
                        </a:lnTo>
                        <a:lnTo>
                          <a:pt x="1308721" y="561322"/>
                        </a:lnTo>
                        <a:lnTo>
                          <a:pt x="1311306" y="561322"/>
                        </a:lnTo>
                        <a:lnTo>
                          <a:pt x="1311306" y="467353"/>
                        </a:lnTo>
                        <a:lnTo>
                          <a:pt x="1321801" y="455974"/>
                        </a:lnTo>
                        <a:lnTo>
                          <a:pt x="1560093" y="455974"/>
                        </a:lnTo>
                        <a:lnTo>
                          <a:pt x="1570491" y="467239"/>
                        </a:lnTo>
                        <a:lnTo>
                          <a:pt x="1570491" y="561322"/>
                        </a:lnTo>
                        <a:lnTo>
                          <a:pt x="1573045" y="561322"/>
                        </a:lnTo>
                        <a:lnTo>
                          <a:pt x="1573045" y="467374"/>
                        </a:lnTo>
                        <a:lnTo>
                          <a:pt x="1583565" y="455974"/>
                        </a:lnTo>
                        <a:lnTo>
                          <a:pt x="1821854" y="455974"/>
                        </a:lnTo>
                        <a:lnTo>
                          <a:pt x="1832241" y="467233"/>
                        </a:lnTo>
                        <a:lnTo>
                          <a:pt x="1832241" y="561322"/>
                        </a:lnTo>
                        <a:lnTo>
                          <a:pt x="1834826" y="561322"/>
                        </a:lnTo>
                        <a:lnTo>
                          <a:pt x="1834826" y="467350"/>
                        </a:lnTo>
                        <a:lnTo>
                          <a:pt x="1845322" y="455974"/>
                        </a:lnTo>
                        <a:lnTo>
                          <a:pt x="2083631" y="455974"/>
                        </a:lnTo>
                        <a:lnTo>
                          <a:pt x="2094024" y="467239"/>
                        </a:lnTo>
                        <a:lnTo>
                          <a:pt x="2094024" y="561322"/>
                        </a:lnTo>
                        <a:lnTo>
                          <a:pt x="2096583" y="561322"/>
                        </a:lnTo>
                        <a:lnTo>
                          <a:pt x="2096583" y="467373"/>
                        </a:lnTo>
                        <a:lnTo>
                          <a:pt x="2107102" y="455974"/>
                        </a:lnTo>
                        <a:lnTo>
                          <a:pt x="2345407" y="455974"/>
                        </a:lnTo>
                        <a:lnTo>
                          <a:pt x="2355756" y="467196"/>
                        </a:lnTo>
                        <a:lnTo>
                          <a:pt x="2355756" y="561322"/>
                        </a:lnTo>
                        <a:lnTo>
                          <a:pt x="2358343" y="561322"/>
                        </a:lnTo>
                        <a:lnTo>
                          <a:pt x="2358343" y="467388"/>
                        </a:lnTo>
                        <a:lnTo>
                          <a:pt x="2368886" y="455974"/>
                        </a:lnTo>
                        <a:lnTo>
                          <a:pt x="2607176" y="455974"/>
                        </a:lnTo>
                        <a:lnTo>
                          <a:pt x="2617528" y="467192"/>
                        </a:lnTo>
                        <a:lnTo>
                          <a:pt x="2617528" y="561322"/>
                        </a:lnTo>
                        <a:lnTo>
                          <a:pt x="2620089" y="561322"/>
                        </a:lnTo>
                        <a:lnTo>
                          <a:pt x="2620089" y="467416"/>
                        </a:lnTo>
                        <a:lnTo>
                          <a:pt x="2630648" y="455974"/>
                        </a:lnTo>
                        <a:lnTo>
                          <a:pt x="2868947" y="455974"/>
                        </a:lnTo>
                        <a:lnTo>
                          <a:pt x="2879310" y="467199"/>
                        </a:lnTo>
                        <a:lnTo>
                          <a:pt x="2879310" y="561322"/>
                        </a:lnTo>
                        <a:lnTo>
                          <a:pt x="2881890" y="561322"/>
                        </a:lnTo>
                        <a:lnTo>
                          <a:pt x="2881890" y="467381"/>
                        </a:lnTo>
                        <a:lnTo>
                          <a:pt x="2892420" y="455974"/>
                        </a:lnTo>
                        <a:lnTo>
                          <a:pt x="3130715" y="455974"/>
                        </a:lnTo>
                        <a:lnTo>
                          <a:pt x="3141077" y="467199"/>
                        </a:lnTo>
                        <a:lnTo>
                          <a:pt x="3141077" y="561322"/>
                        </a:lnTo>
                        <a:lnTo>
                          <a:pt x="3143659" y="561322"/>
                        </a:lnTo>
                        <a:lnTo>
                          <a:pt x="3143659" y="467382"/>
                        </a:lnTo>
                        <a:lnTo>
                          <a:pt x="3154191" y="455974"/>
                        </a:lnTo>
                        <a:lnTo>
                          <a:pt x="3392489" y="455974"/>
                        </a:lnTo>
                        <a:lnTo>
                          <a:pt x="3402877" y="467229"/>
                        </a:lnTo>
                        <a:lnTo>
                          <a:pt x="3402877" y="561322"/>
                        </a:lnTo>
                        <a:lnTo>
                          <a:pt x="3405432" y="561322"/>
                        </a:lnTo>
                        <a:lnTo>
                          <a:pt x="3405432" y="467382"/>
                        </a:lnTo>
                        <a:lnTo>
                          <a:pt x="3415964" y="455974"/>
                        </a:lnTo>
                        <a:lnTo>
                          <a:pt x="3654248" y="455974"/>
                        </a:lnTo>
                        <a:lnTo>
                          <a:pt x="3664630" y="467222"/>
                        </a:lnTo>
                        <a:lnTo>
                          <a:pt x="3664630" y="561322"/>
                        </a:lnTo>
                        <a:lnTo>
                          <a:pt x="3667188" y="561322"/>
                        </a:lnTo>
                        <a:lnTo>
                          <a:pt x="3667188" y="467388"/>
                        </a:lnTo>
                        <a:lnTo>
                          <a:pt x="3677723" y="455974"/>
                        </a:lnTo>
                        <a:lnTo>
                          <a:pt x="3916028" y="455974"/>
                        </a:lnTo>
                        <a:lnTo>
                          <a:pt x="3926418" y="467229"/>
                        </a:lnTo>
                        <a:lnTo>
                          <a:pt x="3926418" y="561322"/>
                        </a:lnTo>
                        <a:lnTo>
                          <a:pt x="3928977" y="561322"/>
                        </a:lnTo>
                        <a:lnTo>
                          <a:pt x="3928977" y="467381"/>
                        </a:lnTo>
                        <a:lnTo>
                          <a:pt x="3939498" y="455974"/>
                        </a:lnTo>
                        <a:lnTo>
                          <a:pt x="4177815" y="455974"/>
                        </a:lnTo>
                        <a:lnTo>
                          <a:pt x="4188170" y="467193"/>
                        </a:lnTo>
                        <a:lnTo>
                          <a:pt x="4188170" y="561322"/>
                        </a:lnTo>
                        <a:lnTo>
                          <a:pt x="4190725" y="561322"/>
                        </a:lnTo>
                        <a:lnTo>
                          <a:pt x="4190725" y="467419"/>
                        </a:lnTo>
                        <a:lnTo>
                          <a:pt x="4201292" y="455974"/>
                        </a:lnTo>
                        <a:lnTo>
                          <a:pt x="4439575" y="455974"/>
                        </a:lnTo>
                        <a:lnTo>
                          <a:pt x="4449923" y="467187"/>
                        </a:lnTo>
                        <a:lnTo>
                          <a:pt x="4449923" y="561322"/>
                        </a:lnTo>
                        <a:lnTo>
                          <a:pt x="4452505" y="561322"/>
                        </a:lnTo>
                        <a:lnTo>
                          <a:pt x="4452505" y="467395"/>
                        </a:lnTo>
                        <a:lnTo>
                          <a:pt x="4463047" y="455974"/>
                        </a:lnTo>
                        <a:lnTo>
                          <a:pt x="4701350" y="455974"/>
                        </a:lnTo>
                        <a:lnTo>
                          <a:pt x="4711706" y="467193"/>
                        </a:lnTo>
                        <a:lnTo>
                          <a:pt x="4711706" y="561322"/>
                        </a:lnTo>
                        <a:lnTo>
                          <a:pt x="4714289" y="561322"/>
                        </a:lnTo>
                        <a:lnTo>
                          <a:pt x="4714289" y="467388"/>
                        </a:lnTo>
                        <a:lnTo>
                          <a:pt x="4724825" y="455974"/>
                        </a:lnTo>
                        <a:lnTo>
                          <a:pt x="4890050" y="455974"/>
                        </a:lnTo>
                        <a:lnTo>
                          <a:pt x="4890044" y="453190"/>
                        </a:lnTo>
                        <a:lnTo>
                          <a:pt x="4724828" y="453190"/>
                        </a:lnTo>
                        <a:lnTo>
                          <a:pt x="4714285" y="441769"/>
                        </a:lnTo>
                        <a:lnTo>
                          <a:pt x="4714285" y="183638"/>
                        </a:lnTo>
                        <a:lnTo>
                          <a:pt x="4724821" y="172224"/>
                        </a:lnTo>
                        <a:lnTo>
                          <a:pt x="4889400" y="172224"/>
                        </a:lnTo>
                        <a:lnTo>
                          <a:pt x="4889394" y="169441"/>
                        </a:lnTo>
                        <a:lnTo>
                          <a:pt x="4724823" y="169441"/>
                        </a:lnTo>
                        <a:lnTo>
                          <a:pt x="4714281" y="158018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8000"/>
                    </a:schemeClr>
                  </a:solidFill>
                  <a:ln w="2153" cap="flat">
                    <a:noFill/>
                    <a:prstDash val="solid"/>
                    <a:miter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endParaRPr lang="zh-CN" altLang="en-US" sz="1520" dirty="0"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a:endParaRPr>
                  </a:p>
                </p:txBody>
              </p:sp>
            </p:grpSp>
            <p:pic>
              <p:nvPicPr>
                <p:cNvPr id="101" name="图片 100" descr="黑暗中的灯光&#10;&#10;描述已自动生成"/>
                <p:cNvPicPr>
                  <a:picLocks noChangeAspect="1"/>
                </p:cNvPicPr>
                <p:nvPr>
                  <p:custDataLst>
                    <p:tags r:id="rId8"/>
                  </p:custDataLst>
                </p:nvPr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2406" y="1437"/>
                  <a:ext cx="9649" cy="1721"/>
                </a:xfrm>
                <a:prstGeom prst="rect">
                  <a:avLst/>
                </a:prstGeom>
              </p:spPr>
            </p:pic>
            <p:sp>
              <p:nvSpPr>
                <p:cNvPr id="38" name="文本框 37"/>
                <p:cNvSpPr txBox="1"/>
                <p:nvPr>
                  <p:custDataLst>
                    <p:tags r:id="rId10"/>
                  </p:custDataLst>
                </p:nvPr>
              </p:nvSpPr>
              <p:spPr>
                <a:xfrm>
                  <a:off x="3942" y="1553"/>
                  <a:ext cx="6345" cy="776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2000" b="1" dirty="0">
                      <a:gradFill flip="none" rotWithShape="1">
                        <a:gsLst>
                          <a:gs pos="0">
                            <a:srgbClr val="FFFF00"/>
                          </a:gs>
                          <a:gs pos="57000">
                            <a:srgbClr val="00F4EE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>
                        <a:reflection blurRad="165100" stA="47000" endPos="58000" dir="5400000" sy="-100000" algn="bl" rotWithShape="0"/>
                      </a:effectLst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✓  系统做什么</a:t>
                  </a:r>
                  <a:endParaRPr lang="zh-CN" altLang="en-US" sz="2000" b="1" dirty="0">
                    <a:gradFill flip="none" rotWithShape="1">
                      <a:gsLst>
                        <a:gs pos="0">
                          <a:srgbClr val="FFFF00"/>
                        </a:gs>
                        <a:gs pos="57000">
                          <a:srgbClr val="00F4EE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>
                      <a:reflection blurRad="165100" stA="47000" endPos="58000" dir="5400000" sy="-100000" algn="bl" rotWithShape="0"/>
                    </a:effectLst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</p:grpSp>
        <p:grpSp>
          <p:nvGrpSpPr>
            <p:cNvPr id="89" name="组合 88"/>
            <p:cNvGrpSpPr/>
            <p:nvPr/>
          </p:nvGrpSpPr>
          <p:grpSpPr>
            <a:xfrm>
              <a:off x="968" y="2446"/>
              <a:ext cx="5776" cy="4542"/>
              <a:chOff x="696" y="2678"/>
              <a:chExt cx="5776" cy="4542"/>
            </a:xfrm>
          </p:grpSpPr>
          <p:sp>
            <p:nvSpPr>
              <p:cNvPr id="80" name="Text 8"/>
              <p:cNvSpPr/>
              <p:nvPr/>
            </p:nvSpPr>
            <p:spPr>
              <a:xfrm>
                <a:off x="712" y="267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接收并管理学生提交的成果文件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1" name="Text 9"/>
              <p:cNvSpPr/>
              <p:nvPr/>
            </p:nvSpPr>
            <p:spPr>
              <a:xfrm>
                <a:off x="696" y="3586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静态解析文档结构与代码目录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2" name="Text 10"/>
              <p:cNvSpPr/>
              <p:nvPr/>
            </p:nvSpPr>
            <p:spPr>
              <a:xfrm>
                <a:off x="712" y="4632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大模型辅助生成评价建议（可复核）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3" name="Text 11"/>
              <p:cNvSpPr/>
              <p:nvPr/>
            </p:nvSpPr>
            <p:spPr>
              <a:xfrm>
                <a:off x="696" y="563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支持教师配置评价规则与指标模板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88" name="Text 12"/>
              <p:cNvSpPr/>
              <p:nvPr/>
            </p:nvSpPr>
            <p:spPr>
              <a:xfrm>
                <a:off x="712" y="6586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✓ 生成班级报表与教学质量画像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4725670" y="955040"/>
            <a:ext cx="4076700" cy="6676390"/>
            <a:chOff x="7538" y="1504"/>
            <a:chExt cx="6116" cy="10514"/>
          </a:xfrm>
        </p:grpSpPr>
        <p:grpSp>
          <p:nvGrpSpPr>
            <p:cNvPr id="68" name="组合 67"/>
            <p:cNvGrpSpPr/>
            <p:nvPr/>
          </p:nvGrpSpPr>
          <p:grpSpPr>
            <a:xfrm>
              <a:off x="7538" y="1504"/>
              <a:ext cx="6117" cy="10514"/>
              <a:chOff x="8916" y="1435"/>
              <a:chExt cx="9649" cy="12962"/>
            </a:xfrm>
          </p:grpSpPr>
          <p:grpSp>
            <p:nvGrpSpPr>
              <p:cNvPr id="69" name="组合 68"/>
              <p:cNvGrpSpPr/>
              <p:nvPr/>
            </p:nvGrpSpPr>
            <p:grpSpPr>
              <a:xfrm>
                <a:off x="9058" y="1553"/>
                <a:ext cx="8695" cy="6746"/>
                <a:chOff x="9058" y="1553"/>
                <a:chExt cx="8695" cy="6746"/>
              </a:xfrm>
            </p:grpSpPr>
            <p:grpSp>
              <p:nvGrpSpPr>
                <p:cNvPr id="84" name="组合 83"/>
                <p:cNvGrpSpPr/>
                <p:nvPr/>
              </p:nvGrpSpPr>
              <p:grpSpPr>
                <a:xfrm flipH="1">
                  <a:off x="9058" y="1614"/>
                  <a:ext cx="8695" cy="6685"/>
                  <a:chOff x="1024044" y="1230209"/>
                  <a:chExt cx="5027341" cy="3891273"/>
                </a:xfrm>
              </p:grpSpPr>
              <p:sp>
                <p:nvSpPr>
                  <p:cNvPr id="85" name="任意多边形: 形状 84"/>
                  <p:cNvSpPr/>
                  <p:nvPr/>
                </p:nvSpPr>
                <p:spPr>
                  <a:xfrm flipH="1">
                    <a:off x="1024044" y="1234563"/>
                    <a:ext cx="4737725" cy="390225"/>
                  </a:xfrm>
                  <a:custGeom>
                    <a:avLst/>
                    <a:gdLst>
                      <a:gd name="connsiteX0" fmla="*/ 0 w 4638665"/>
                      <a:gd name="connsiteY0" fmla="*/ 0 h 384510"/>
                      <a:gd name="connsiteX1" fmla="*/ 3863285 w 4638665"/>
                      <a:gd name="connsiteY1" fmla="*/ 0 h 384510"/>
                      <a:gd name="connsiteX2" fmla="*/ 4638665 w 4638665"/>
                      <a:gd name="connsiteY2" fmla="*/ 384510 h 384510"/>
                      <a:gd name="connsiteX3" fmla="*/ 63328 w 4638665"/>
                      <a:gd name="connsiteY3" fmla="*/ 384510 h 384510"/>
                      <a:gd name="connsiteX4" fmla="*/ 0 w 4638665"/>
                      <a:gd name="connsiteY4" fmla="*/ 0 h 384510"/>
                      <a:gd name="connsiteX0-1" fmla="*/ 0 w 4659620"/>
                      <a:gd name="connsiteY0-2" fmla="*/ 0 h 392130"/>
                      <a:gd name="connsiteX1-3" fmla="*/ 3884240 w 4659620"/>
                      <a:gd name="connsiteY1-4" fmla="*/ 7620 h 392130"/>
                      <a:gd name="connsiteX2-5" fmla="*/ 4659620 w 4659620"/>
                      <a:gd name="connsiteY2-6" fmla="*/ 392130 h 392130"/>
                      <a:gd name="connsiteX3-7" fmla="*/ 84283 w 4659620"/>
                      <a:gd name="connsiteY3-8" fmla="*/ 392130 h 392130"/>
                      <a:gd name="connsiteX4-9" fmla="*/ 0 w 4659620"/>
                      <a:gd name="connsiteY4-10" fmla="*/ 0 h 392130"/>
                      <a:gd name="connsiteX0-11" fmla="*/ 0 w 4737725"/>
                      <a:gd name="connsiteY0-12" fmla="*/ 0 h 390225"/>
                      <a:gd name="connsiteX1-13" fmla="*/ 3962345 w 4737725"/>
                      <a:gd name="connsiteY1-14" fmla="*/ 5715 h 390225"/>
                      <a:gd name="connsiteX2-15" fmla="*/ 4737725 w 4737725"/>
                      <a:gd name="connsiteY2-16" fmla="*/ 390225 h 390225"/>
                      <a:gd name="connsiteX3-17" fmla="*/ 162388 w 4737725"/>
                      <a:gd name="connsiteY3-18" fmla="*/ 390225 h 390225"/>
                      <a:gd name="connsiteX4-19" fmla="*/ 0 w 4737725"/>
                      <a:gd name="connsiteY4-20" fmla="*/ 0 h 390225"/>
                      <a:gd name="connsiteX0-21" fmla="*/ 0 w 4737725"/>
                      <a:gd name="connsiteY0-22" fmla="*/ 0 h 390225"/>
                      <a:gd name="connsiteX1-23" fmla="*/ 3962345 w 4737725"/>
                      <a:gd name="connsiteY1-24" fmla="*/ 5715 h 390225"/>
                      <a:gd name="connsiteX2-25" fmla="*/ 4737725 w 4737725"/>
                      <a:gd name="connsiteY2-26" fmla="*/ 390225 h 390225"/>
                      <a:gd name="connsiteX3-27" fmla="*/ 142150 w 4737725"/>
                      <a:gd name="connsiteY3-28" fmla="*/ 388770 h 390225"/>
                      <a:gd name="connsiteX4-29" fmla="*/ 0 w 4737725"/>
                      <a:gd name="connsiteY4-30" fmla="*/ 0 h 390225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4737725" h="390225">
                        <a:moveTo>
                          <a:pt x="0" y="0"/>
                        </a:moveTo>
                        <a:lnTo>
                          <a:pt x="3962345" y="5715"/>
                        </a:lnTo>
                        <a:lnTo>
                          <a:pt x="4737725" y="390225"/>
                        </a:lnTo>
                        <a:lnTo>
                          <a:pt x="142150" y="388770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1">
                          <a:alpha val="33000"/>
                        </a:schemeClr>
                      </a:gs>
                    </a:gsLst>
                    <a:lin ang="54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wrap="square" rtlCol="0" anchor="ctr">
                    <a:noAutofit/>
                  </a:bodyPr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6" name="任意多边形: 形状 85"/>
                  <p:cNvSpPr/>
                  <p:nvPr/>
                </p:nvSpPr>
                <p:spPr>
                  <a:xfrm>
                    <a:off x="5757761" y="1368839"/>
                    <a:ext cx="293624" cy="3752643"/>
                  </a:xfrm>
                  <a:custGeom>
                    <a:avLst/>
                    <a:gdLst>
                      <a:gd name="connsiteX0" fmla="*/ 146304 w 298704"/>
                      <a:gd name="connsiteY0" fmla="*/ 3810000 h 3810000"/>
                      <a:gd name="connsiteX1" fmla="*/ 292608 w 298704"/>
                      <a:gd name="connsiteY1" fmla="*/ 3614928 h 3810000"/>
                      <a:gd name="connsiteX2" fmla="*/ 298704 w 298704"/>
                      <a:gd name="connsiteY2" fmla="*/ 0 h 3810000"/>
                      <a:gd name="connsiteX3" fmla="*/ 12192 w 298704"/>
                      <a:gd name="connsiteY3" fmla="*/ 316992 h 3810000"/>
                      <a:gd name="connsiteX4" fmla="*/ 0 w 298704"/>
                      <a:gd name="connsiteY4" fmla="*/ 2145792 h 3810000"/>
                      <a:gd name="connsiteX5" fmla="*/ 134112 w 298704"/>
                      <a:gd name="connsiteY5" fmla="*/ 2286000 h 3810000"/>
                      <a:gd name="connsiteX6" fmla="*/ 146304 w 298704"/>
                      <a:gd name="connsiteY6" fmla="*/ 3810000 h 3810000"/>
                      <a:gd name="connsiteX0-1" fmla="*/ 146304 w 293624"/>
                      <a:gd name="connsiteY0-2" fmla="*/ 3886200 h 3886200"/>
                      <a:gd name="connsiteX1-3" fmla="*/ 292608 w 293624"/>
                      <a:gd name="connsiteY1-4" fmla="*/ 3691128 h 3886200"/>
                      <a:gd name="connsiteX2-5" fmla="*/ 293624 w 293624"/>
                      <a:gd name="connsiteY2-6" fmla="*/ 0 h 3886200"/>
                      <a:gd name="connsiteX3-7" fmla="*/ 12192 w 293624"/>
                      <a:gd name="connsiteY3-8" fmla="*/ 393192 h 3886200"/>
                      <a:gd name="connsiteX4-9" fmla="*/ 0 w 293624"/>
                      <a:gd name="connsiteY4-10" fmla="*/ 2221992 h 3886200"/>
                      <a:gd name="connsiteX5-11" fmla="*/ 134112 w 293624"/>
                      <a:gd name="connsiteY5-12" fmla="*/ 2362200 h 3886200"/>
                      <a:gd name="connsiteX6-13" fmla="*/ 146304 w 293624"/>
                      <a:gd name="connsiteY6-14" fmla="*/ 3886200 h 3886200"/>
                      <a:gd name="connsiteX0-15" fmla="*/ 146304 w 293624"/>
                      <a:gd name="connsiteY0-16" fmla="*/ 3886200 h 3886200"/>
                      <a:gd name="connsiteX1-17" fmla="*/ 292608 w 293624"/>
                      <a:gd name="connsiteY1-18" fmla="*/ 3691128 h 3886200"/>
                      <a:gd name="connsiteX2-19" fmla="*/ 293624 w 293624"/>
                      <a:gd name="connsiteY2-20" fmla="*/ 0 h 3886200"/>
                      <a:gd name="connsiteX3-21" fmla="*/ 8382 w 293624"/>
                      <a:gd name="connsiteY3-22" fmla="*/ 387477 h 3886200"/>
                      <a:gd name="connsiteX4-23" fmla="*/ 0 w 293624"/>
                      <a:gd name="connsiteY4-24" fmla="*/ 2221992 h 3886200"/>
                      <a:gd name="connsiteX5-25" fmla="*/ 134112 w 293624"/>
                      <a:gd name="connsiteY5-26" fmla="*/ 2362200 h 3886200"/>
                      <a:gd name="connsiteX6-27" fmla="*/ 146304 w 293624"/>
                      <a:gd name="connsiteY6-28" fmla="*/ 3886200 h 38862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  <a:cxn ang="0">
                        <a:pos x="connsiteX5-11" y="connsiteY5-12"/>
                      </a:cxn>
                      <a:cxn ang="0">
                        <a:pos x="connsiteX6-13" y="connsiteY6-14"/>
                      </a:cxn>
                    </a:cxnLst>
                    <a:rect l="l" t="t" r="r" b="b"/>
                    <a:pathLst>
                      <a:path w="293624" h="3886200">
                        <a:moveTo>
                          <a:pt x="146304" y="3886200"/>
                        </a:moveTo>
                        <a:lnTo>
                          <a:pt x="292608" y="3691128"/>
                        </a:lnTo>
                        <a:cubicBezTo>
                          <a:pt x="292947" y="2460752"/>
                          <a:pt x="293285" y="1230376"/>
                          <a:pt x="293624" y="0"/>
                        </a:cubicBezTo>
                        <a:lnTo>
                          <a:pt x="8382" y="387477"/>
                        </a:lnTo>
                        <a:lnTo>
                          <a:pt x="0" y="2221992"/>
                        </a:lnTo>
                        <a:lnTo>
                          <a:pt x="134112" y="2362200"/>
                        </a:lnTo>
                        <a:lnTo>
                          <a:pt x="146304" y="388620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14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100000">
                        <a:schemeClr val="accent1">
                          <a:alpha val="33000"/>
                        </a:schemeClr>
                      </a:gs>
                    </a:gsLst>
                    <a:lin ang="10800000" scaled="1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  <p:sp>
                <p:nvSpPr>
                  <p:cNvPr id="87" name="任意多边形: 形状 86"/>
                  <p:cNvSpPr/>
                  <p:nvPr/>
                </p:nvSpPr>
                <p:spPr>
                  <a:xfrm>
                    <a:off x="5617756" y="1230209"/>
                    <a:ext cx="392714" cy="520700"/>
                  </a:xfrm>
                  <a:custGeom>
                    <a:avLst/>
                    <a:gdLst>
                      <a:gd name="connsiteX0" fmla="*/ 0 w 416560"/>
                      <a:gd name="connsiteY0" fmla="*/ 350520 h 467360"/>
                      <a:gd name="connsiteX1" fmla="*/ 81280 w 416560"/>
                      <a:gd name="connsiteY1" fmla="*/ 0 h 467360"/>
                      <a:gd name="connsiteX2" fmla="*/ 416560 w 416560"/>
                      <a:gd name="connsiteY2" fmla="*/ 157480 h 467360"/>
                      <a:gd name="connsiteX3" fmla="*/ 157480 w 416560"/>
                      <a:gd name="connsiteY3" fmla="*/ 467360 h 467360"/>
                      <a:gd name="connsiteX4" fmla="*/ 0 w 416560"/>
                      <a:gd name="connsiteY4" fmla="*/ 350520 h 467360"/>
                      <a:gd name="connsiteX0-1" fmla="*/ 0 w 416560"/>
                      <a:gd name="connsiteY0-2" fmla="*/ 350520 h 484505"/>
                      <a:gd name="connsiteX1-3" fmla="*/ 81280 w 416560"/>
                      <a:gd name="connsiteY1-4" fmla="*/ 0 h 484505"/>
                      <a:gd name="connsiteX2-5" fmla="*/ 416560 w 416560"/>
                      <a:gd name="connsiteY2-6" fmla="*/ 157480 h 484505"/>
                      <a:gd name="connsiteX3-7" fmla="*/ 142240 w 416560"/>
                      <a:gd name="connsiteY3-8" fmla="*/ 484505 h 484505"/>
                      <a:gd name="connsiteX4-9" fmla="*/ 0 w 416560"/>
                      <a:gd name="connsiteY4-10" fmla="*/ 350520 h 484505"/>
                      <a:gd name="connsiteX0-11" fmla="*/ 0 w 416560"/>
                      <a:gd name="connsiteY0-12" fmla="*/ 373380 h 507365"/>
                      <a:gd name="connsiteX1-13" fmla="*/ 130810 w 416560"/>
                      <a:gd name="connsiteY1-14" fmla="*/ 0 h 507365"/>
                      <a:gd name="connsiteX2-15" fmla="*/ 416560 w 416560"/>
                      <a:gd name="connsiteY2-16" fmla="*/ 180340 h 507365"/>
                      <a:gd name="connsiteX3-17" fmla="*/ 142240 w 416560"/>
                      <a:gd name="connsiteY3-18" fmla="*/ 507365 h 507365"/>
                      <a:gd name="connsiteX4-19" fmla="*/ 0 w 416560"/>
                      <a:gd name="connsiteY4-20" fmla="*/ 373380 h 507365"/>
                      <a:gd name="connsiteX0-21" fmla="*/ 0 w 420370"/>
                      <a:gd name="connsiteY0-22" fmla="*/ 373380 h 507365"/>
                      <a:gd name="connsiteX1-23" fmla="*/ 130810 w 420370"/>
                      <a:gd name="connsiteY1-24" fmla="*/ 0 h 507365"/>
                      <a:gd name="connsiteX2-25" fmla="*/ 420370 w 420370"/>
                      <a:gd name="connsiteY2-26" fmla="*/ 207010 h 507365"/>
                      <a:gd name="connsiteX3-27" fmla="*/ 142240 w 420370"/>
                      <a:gd name="connsiteY3-28" fmla="*/ 507365 h 507365"/>
                      <a:gd name="connsiteX4-29" fmla="*/ 0 w 420370"/>
                      <a:gd name="connsiteY4-30" fmla="*/ 373380 h 507365"/>
                      <a:gd name="connsiteX0-31" fmla="*/ 0 w 420370"/>
                      <a:gd name="connsiteY0-32" fmla="*/ 371475 h 505460"/>
                      <a:gd name="connsiteX1-33" fmla="*/ 130810 w 420370"/>
                      <a:gd name="connsiteY1-34" fmla="*/ 0 h 505460"/>
                      <a:gd name="connsiteX2-35" fmla="*/ 420370 w 420370"/>
                      <a:gd name="connsiteY2-36" fmla="*/ 205105 h 505460"/>
                      <a:gd name="connsiteX3-37" fmla="*/ 142240 w 420370"/>
                      <a:gd name="connsiteY3-38" fmla="*/ 505460 h 505460"/>
                      <a:gd name="connsiteX4-39" fmla="*/ 0 w 420370"/>
                      <a:gd name="connsiteY4-40" fmla="*/ 371475 h 505460"/>
                      <a:gd name="connsiteX0-41" fmla="*/ 0 w 427990"/>
                      <a:gd name="connsiteY0-42" fmla="*/ 371475 h 505460"/>
                      <a:gd name="connsiteX1-43" fmla="*/ 130810 w 427990"/>
                      <a:gd name="connsiteY1-44" fmla="*/ 0 h 505460"/>
                      <a:gd name="connsiteX2-45" fmla="*/ 427990 w 427990"/>
                      <a:gd name="connsiteY2-46" fmla="*/ 193675 h 505460"/>
                      <a:gd name="connsiteX3-47" fmla="*/ 142240 w 427990"/>
                      <a:gd name="connsiteY3-48" fmla="*/ 505460 h 505460"/>
                      <a:gd name="connsiteX4-49" fmla="*/ 0 w 427990"/>
                      <a:gd name="connsiteY4-50" fmla="*/ 371475 h 505460"/>
                      <a:gd name="connsiteX0-51" fmla="*/ 0 w 427990"/>
                      <a:gd name="connsiteY0-52" fmla="*/ 405765 h 539750"/>
                      <a:gd name="connsiteX1-53" fmla="*/ 64135 w 427990"/>
                      <a:gd name="connsiteY1-54" fmla="*/ 0 h 539750"/>
                      <a:gd name="connsiteX2-55" fmla="*/ 427990 w 427990"/>
                      <a:gd name="connsiteY2-56" fmla="*/ 227965 h 539750"/>
                      <a:gd name="connsiteX3-57" fmla="*/ 142240 w 427990"/>
                      <a:gd name="connsiteY3-58" fmla="*/ 539750 h 539750"/>
                      <a:gd name="connsiteX4-59" fmla="*/ 0 w 427990"/>
                      <a:gd name="connsiteY4-60" fmla="*/ 405765 h 539750"/>
                      <a:gd name="connsiteX0-61" fmla="*/ 0 w 427990"/>
                      <a:gd name="connsiteY0-62" fmla="*/ 405765 h 539750"/>
                      <a:gd name="connsiteX1-63" fmla="*/ 64135 w 427990"/>
                      <a:gd name="connsiteY1-64" fmla="*/ 0 h 539750"/>
                      <a:gd name="connsiteX2-65" fmla="*/ 427990 w 427990"/>
                      <a:gd name="connsiteY2-66" fmla="*/ 248920 h 539750"/>
                      <a:gd name="connsiteX3-67" fmla="*/ 142240 w 427990"/>
                      <a:gd name="connsiteY3-68" fmla="*/ 539750 h 539750"/>
                      <a:gd name="connsiteX4-69" fmla="*/ 0 w 427990"/>
                      <a:gd name="connsiteY4-70" fmla="*/ 405765 h 539750"/>
                      <a:gd name="connsiteX0-71" fmla="*/ 0 w 427990"/>
                      <a:gd name="connsiteY0-72" fmla="*/ 398145 h 532130"/>
                      <a:gd name="connsiteX1-73" fmla="*/ 73660 w 427990"/>
                      <a:gd name="connsiteY1-74" fmla="*/ 0 h 532130"/>
                      <a:gd name="connsiteX2-75" fmla="*/ 427990 w 427990"/>
                      <a:gd name="connsiteY2-76" fmla="*/ 241300 h 532130"/>
                      <a:gd name="connsiteX3-77" fmla="*/ 142240 w 427990"/>
                      <a:gd name="connsiteY3-78" fmla="*/ 532130 h 532130"/>
                      <a:gd name="connsiteX4-79" fmla="*/ 0 w 427990"/>
                      <a:gd name="connsiteY4-80" fmla="*/ 398145 h 532130"/>
                      <a:gd name="connsiteX0-81" fmla="*/ 0 w 437515"/>
                      <a:gd name="connsiteY0-82" fmla="*/ 398145 h 532130"/>
                      <a:gd name="connsiteX1-83" fmla="*/ 73660 w 437515"/>
                      <a:gd name="connsiteY1-84" fmla="*/ 0 h 532130"/>
                      <a:gd name="connsiteX2-85" fmla="*/ 437515 w 437515"/>
                      <a:gd name="connsiteY2-86" fmla="*/ 292735 h 532130"/>
                      <a:gd name="connsiteX3-87" fmla="*/ 142240 w 437515"/>
                      <a:gd name="connsiteY3-88" fmla="*/ 532130 h 532130"/>
                      <a:gd name="connsiteX4-89" fmla="*/ 0 w 437515"/>
                      <a:gd name="connsiteY4-90" fmla="*/ 398145 h 532130"/>
                      <a:gd name="connsiteX0-91" fmla="*/ 0 w 389890"/>
                      <a:gd name="connsiteY0-92" fmla="*/ 398145 h 532130"/>
                      <a:gd name="connsiteX1-93" fmla="*/ 73660 w 389890"/>
                      <a:gd name="connsiteY1-94" fmla="*/ 0 h 532130"/>
                      <a:gd name="connsiteX2-95" fmla="*/ 389890 w 389890"/>
                      <a:gd name="connsiteY2-96" fmla="*/ 210820 h 532130"/>
                      <a:gd name="connsiteX3-97" fmla="*/ 142240 w 389890"/>
                      <a:gd name="connsiteY3-98" fmla="*/ 532130 h 532130"/>
                      <a:gd name="connsiteX4-99" fmla="*/ 0 w 389890"/>
                      <a:gd name="connsiteY4-100" fmla="*/ 398145 h 532130"/>
                      <a:gd name="connsiteX0-101" fmla="*/ 0 w 389890"/>
                      <a:gd name="connsiteY0-102" fmla="*/ 398145 h 539750"/>
                      <a:gd name="connsiteX1-103" fmla="*/ 73660 w 389890"/>
                      <a:gd name="connsiteY1-104" fmla="*/ 0 h 539750"/>
                      <a:gd name="connsiteX2-105" fmla="*/ 389890 w 389890"/>
                      <a:gd name="connsiteY2-106" fmla="*/ 210820 h 539750"/>
                      <a:gd name="connsiteX3-107" fmla="*/ 146050 w 389890"/>
                      <a:gd name="connsiteY3-108" fmla="*/ 539750 h 539750"/>
                      <a:gd name="connsiteX4-109" fmla="*/ 0 w 389890"/>
                      <a:gd name="connsiteY4-110" fmla="*/ 398145 h 539750"/>
                      <a:gd name="connsiteX0-111" fmla="*/ 0 w 395605"/>
                      <a:gd name="connsiteY0-112" fmla="*/ 398145 h 539750"/>
                      <a:gd name="connsiteX1-113" fmla="*/ 79375 w 395605"/>
                      <a:gd name="connsiteY1-114" fmla="*/ 0 h 539750"/>
                      <a:gd name="connsiteX2-115" fmla="*/ 395605 w 395605"/>
                      <a:gd name="connsiteY2-116" fmla="*/ 210820 h 539750"/>
                      <a:gd name="connsiteX3-117" fmla="*/ 151765 w 395605"/>
                      <a:gd name="connsiteY3-118" fmla="*/ 539750 h 539750"/>
                      <a:gd name="connsiteX4-119" fmla="*/ 0 w 395605"/>
                      <a:gd name="connsiteY4-120" fmla="*/ 398145 h 539750"/>
                      <a:gd name="connsiteX0-121" fmla="*/ 0 w 395605"/>
                      <a:gd name="connsiteY0-122" fmla="*/ 377190 h 518795"/>
                      <a:gd name="connsiteX1-123" fmla="*/ 128905 w 395605"/>
                      <a:gd name="connsiteY1-124" fmla="*/ 0 h 518795"/>
                      <a:gd name="connsiteX2-125" fmla="*/ 395605 w 395605"/>
                      <a:gd name="connsiteY2-126" fmla="*/ 189865 h 518795"/>
                      <a:gd name="connsiteX3-127" fmla="*/ 151765 w 395605"/>
                      <a:gd name="connsiteY3-128" fmla="*/ 518795 h 518795"/>
                      <a:gd name="connsiteX4-129" fmla="*/ 0 w 395605"/>
                      <a:gd name="connsiteY4-130" fmla="*/ 377190 h 518795"/>
                      <a:gd name="connsiteX0-131" fmla="*/ 0 w 395605"/>
                      <a:gd name="connsiteY0-132" fmla="*/ 379095 h 520700"/>
                      <a:gd name="connsiteX1-133" fmla="*/ 155575 w 395605"/>
                      <a:gd name="connsiteY1-134" fmla="*/ 0 h 520700"/>
                      <a:gd name="connsiteX2-135" fmla="*/ 395605 w 395605"/>
                      <a:gd name="connsiteY2-136" fmla="*/ 191770 h 520700"/>
                      <a:gd name="connsiteX3-137" fmla="*/ 151765 w 395605"/>
                      <a:gd name="connsiteY3-138" fmla="*/ 520700 h 520700"/>
                      <a:gd name="connsiteX4-139" fmla="*/ 0 w 395605"/>
                      <a:gd name="connsiteY4-140" fmla="*/ 379095 h 520700"/>
                      <a:gd name="connsiteX0-141" fmla="*/ 0 w 392714"/>
                      <a:gd name="connsiteY0-142" fmla="*/ 395103 h 520700"/>
                      <a:gd name="connsiteX1-143" fmla="*/ 152684 w 392714"/>
                      <a:gd name="connsiteY1-144" fmla="*/ 0 h 520700"/>
                      <a:gd name="connsiteX2-145" fmla="*/ 392714 w 392714"/>
                      <a:gd name="connsiteY2-146" fmla="*/ 191770 h 520700"/>
                      <a:gd name="connsiteX3-147" fmla="*/ 148874 w 392714"/>
                      <a:gd name="connsiteY3-148" fmla="*/ 520700 h 520700"/>
                      <a:gd name="connsiteX4-149" fmla="*/ 0 w 392714"/>
                      <a:gd name="connsiteY4-150" fmla="*/ 395103 h 520700"/>
                    </a:gdLst>
                    <a:ahLst/>
                    <a:cxnLst>
                      <a:cxn ang="0">
                        <a:pos x="connsiteX0-1" y="connsiteY0-2"/>
                      </a:cxn>
                      <a:cxn ang="0">
                        <a:pos x="connsiteX1-3" y="connsiteY1-4"/>
                      </a:cxn>
                      <a:cxn ang="0">
                        <a:pos x="connsiteX2-5" y="connsiteY2-6"/>
                      </a:cxn>
                      <a:cxn ang="0">
                        <a:pos x="connsiteX3-7" y="connsiteY3-8"/>
                      </a:cxn>
                      <a:cxn ang="0">
                        <a:pos x="connsiteX4-9" y="connsiteY4-10"/>
                      </a:cxn>
                    </a:cxnLst>
                    <a:rect l="l" t="t" r="r" b="b"/>
                    <a:pathLst>
                      <a:path w="392714" h="520700">
                        <a:moveTo>
                          <a:pt x="0" y="395103"/>
                        </a:moveTo>
                        <a:lnTo>
                          <a:pt x="152684" y="0"/>
                        </a:lnTo>
                        <a:lnTo>
                          <a:pt x="392714" y="191770"/>
                        </a:lnTo>
                        <a:lnTo>
                          <a:pt x="148874" y="520700"/>
                        </a:lnTo>
                        <a:lnTo>
                          <a:pt x="0" y="395103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21000">
                        <a:schemeClr val="accent1">
                          <a:lumMod val="60000"/>
                          <a:lumOff val="40000"/>
                          <a:alpha val="0"/>
                        </a:schemeClr>
                      </a:gs>
                      <a:gs pos="79000">
                        <a:schemeClr val="accent1">
                          <a:alpha val="33000"/>
                        </a:schemeClr>
                      </a:gs>
                    </a:gsLst>
                    <a:lin ang="7200000" scaled="0"/>
                    <a:tileRect/>
                  </a:gradFill>
                  <a:ln>
                    <a:noFill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zh-CN" altLang="en-US"/>
                  </a:p>
                </p:txBody>
              </p:sp>
            </p:grpSp>
            <p:sp>
              <p:nvSpPr>
                <p:cNvPr id="70" name="文本框 69"/>
                <p:cNvSpPr txBox="1"/>
                <p:nvPr/>
              </p:nvSpPr>
              <p:spPr>
                <a:xfrm>
                  <a:off x="10260" y="1553"/>
                  <a:ext cx="6345" cy="1372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r>
                    <a:rPr lang="en-US" altLang="zh-CN" sz="2000" b="1" dirty="0">
                      <a:gradFill flip="none" rotWithShape="1">
                        <a:gsLst>
                          <a:gs pos="0">
                            <a:srgbClr val="FFFF00"/>
                          </a:gs>
                          <a:gs pos="57000">
                            <a:srgbClr val="00F4EE"/>
                          </a:gs>
                          <a:gs pos="100000">
                            <a:schemeClr val="accent2"/>
                          </a:gs>
                        </a:gsLst>
                        <a:lin ang="2700000" scaled="1"/>
                        <a:tileRect/>
                      </a:gradFill>
                      <a:effectLst>
                        <a:reflection blurRad="165100" stA="47000" endPos="58000" dir="5400000" sy="-100000" algn="bl" rotWithShape="0"/>
                      </a:effectLst>
                      <a:latin typeface="微软雅黑" panose="020B0503020204020204" charset="-122"/>
                      <a:ea typeface="微软雅黑" panose="020B0503020204020204" charset="-122"/>
                      <a:sym typeface="+mn-ea"/>
                    </a:rPr>
                    <a:t>✗  系统不做什么</a:t>
                  </a:r>
                  <a:endParaRPr lang="en-US" sz="2000" dirty="0"/>
                </a:p>
                <a:p>
                  <a:pPr marR="0" lvl="0" indent="0" algn="ctr" fontAlgn="auto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defRPr/>
                  </a:pPr>
                  <a:endParaRPr lang="zh-CN" altLang="en-US" sz="2000" b="1" dirty="0">
                    <a:gradFill flip="none" rotWithShape="1">
                      <a:gsLst>
                        <a:gs pos="0">
                          <a:srgbClr val="FFFF00"/>
                        </a:gs>
                        <a:gs pos="57000">
                          <a:srgbClr val="00F4EE"/>
                        </a:gs>
                        <a:gs pos="100000">
                          <a:schemeClr val="accent2"/>
                        </a:gs>
                      </a:gsLst>
                      <a:lin ang="2700000" scaled="1"/>
                      <a:tileRect/>
                    </a:gradFill>
                    <a:effectLst>
                      <a:reflection blurRad="165100" stA="47000" endPos="58000" dir="5400000" sy="-100000" algn="bl" rotWithShape="0"/>
                    </a:effectLst>
                    <a:latin typeface="微软雅黑" panose="020B0503020204020204" charset="-122"/>
                    <a:ea typeface="微软雅黑" panose="020B0503020204020204" charset="-122"/>
                  </a:endParaRPr>
                </a:p>
              </p:txBody>
            </p:sp>
          </p:grpSp>
          <p:grpSp>
            <p:nvGrpSpPr>
              <p:cNvPr id="71" name="组合 70"/>
              <p:cNvGrpSpPr/>
              <p:nvPr/>
            </p:nvGrpSpPr>
            <p:grpSpPr>
              <a:xfrm>
                <a:off x="8916" y="1435"/>
                <a:ext cx="9649" cy="12962"/>
                <a:chOff x="8916" y="157"/>
                <a:chExt cx="9649" cy="12962"/>
              </a:xfrm>
            </p:grpSpPr>
            <p:grpSp>
              <p:nvGrpSpPr>
                <p:cNvPr id="72" name="组合 71"/>
                <p:cNvGrpSpPr/>
                <p:nvPr/>
              </p:nvGrpSpPr>
              <p:grpSpPr>
                <a:xfrm flipH="1">
                  <a:off x="9328" y="1001"/>
                  <a:ext cx="8641" cy="12118"/>
                  <a:chOff x="189069" y="562845"/>
                  <a:chExt cx="4996833" cy="8371979"/>
                </a:xfrm>
              </p:grpSpPr>
              <p:sp>
                <p:nvSpPr>
                  <p:cNvPr id="74" name="任意多边形: 形状 72"/>
                  <p:cNvSpPr/>
                  <p:nvPr/>
                </p:nvSpPr>
                <p:spPr>
                  <a:xfrm>
                    <a:off x="189069" y="562845"/>
                    <a:ext cx="4996833" cy="4243663"/>
                  </a:xfrm>
                  <a:custGeom>
                    <a:avLst/>
                    <a:gdLst>
                      <a:gd name="connsiteX0" fmla="*/ 274320 w 9874244"/>
                      <a:gd name="connsiteY0" fmla="*/ 0 h 7383687"/>
                      <a:gd name="connsiteX1" fmla="*/ 583655 w 9874244"/>
                      <a:gd name="connsiteY1" fmla="*/ 0 h 7383687"/>
                      <a:gd name="connsiteX2" fmla="*/ 4495068 w 9874244"/>
                      <a:gd name="connsiteY2" fmla="*/ 0 h 7383687"/>
                      <a:gd name="connsiteX3" fmla="*/ 4785360 w 9874244"/>
                      <a:gd name="connsiteY3" fmla="*/ 0 h 7383687"/>
                      <a:gd name="connsiteX4" fmla="*/ 4804404 w 9874244"/>
                      <a:gd name="connsiteY4" fmla="*/ 0 h 7383687"/>
                      <a:gd name="connsiteX5" fmla="*/ 5094696 w 9874244"/>
                      <a:gd name="connsiteY5" fmla="*/ 0 h 7383687"/>
                      <a:gd name="connsiteX6" fmla="*/ 9006108 w 9874244"/>
                      <a:gd name="connsiteY6" fmla="*/ 0 h 7383687"/>
                      <a:gd name="connsiteX7" fmla="*/ 9315444 w 9874244"/>
                      <a:gd name="connsiteY7" fmla="*/ 0 h 7383687"/>
                      <a:gd name="connsiteX8" fmla="*/ 9610084 w 9874244"/>
                      <a:gd name="connsiteY8" fmla="*/ 248920 h 7383687"/>
                      <a:gd name="connsiteX9" fmla="*/ 9610084 w 9874244"/>
                      <a:gd name="connsiteY9" fmla="*/ 764447 h 7383687"/>
                      <a:gd name="connsiteX10" fmla="*/ 9610084 w 9874244"/>
                      <a:gd name="connsiteY10" fmla="*/ 3881120 h 7383687"/>
                      <a:gd name="connsiteX11" fmla="*/ 9874244 w 9874244"/>
                      <a:gd name="connsiteY11" fmla="*/ 4145280 h 7383687"/>
                      <a:gd name="connsiteX12" fmla="*/ 9874244 w 9874244"/>
                      <a:gd name="connsiteY12" fmla="*/ 4660807 h 7383687"/>
                      <a:gd name="connsiteX13" fmla="*/ 9874244 w 9874244"/>
                      <a:gd name="connsiteY13" fmla="*/ 6695440 h 7383687"/>
                      <a:gd name="connsiteX14" fmla="*/ 9874244 w 9874244"/>
                      <a:gd name="connsiteY14" fmla="*/ 7210967 h 7383687"/>
                      <a:gd name="connsiteX15" fmla="*/ 9701524 w 9874244"/>
                      <a:gd name="connsiteY15" fmla="*/ 7383687 h 7383687"/>
                      <a:gd name="connsiteX16" fmla="*/ 9392188 w 9874244"/>
                      <a:gd name="connsiteY16" fmla="*/ 7383687 h 7383687"/>
                      <a:gd name="connsiteX17" fmla="*/ 5480776 w 9874244"/>
                      <a:gd name="connsiteY17" fmla="*/ 7383687 h 7383687"/>
                      <a:gd name="connsiteX18" fmla="*/ 5171440 w 9874244"/>
                      <a:gd name="connsiteY18" fmla="*/ 7383687 h 7383687"/>
                      <a:gd name="connsiteX19" fmla="*/ 4702804 w 9874244"/>
                      <a:gd name="connsiteY19" fmla="*/ 7383687 h 7383687"/>
                      <a:gd name="connsiteX20" fmla="*/ 4393468 w 9874244"/>
                      <a:gd name="connsiteY20" fmla="*/ 7383687 h 7383687"/>
                      <a:gd name="connsiteX21" fmla="*/ 482055 w 9874244"/>
                      <a:gd name="connsiteY21" fmla="*/ 7383687 h 7383687"/>
                      <a:gd name="connsiteX22" fmla="*/ 172720 w 9874244"/>
                      <a:gd name="connsiteY22" fmla="*/ 7383687 h 7383687"/>
                      <a:gd name="connsiteX23" fmla="*/ 0 w 9874244"/>
                      <a:gd name="connsiteY23" fmla="*/ 7210967 h 7383687"/>
                      <a:gd name="connsiteX24" fmla="*/ 1217 w 9874244"/>
                      <a:gd name="connsiteY24" fmla="*/ 6696656 h 7383687"/>
                      <a:gd name="connsiteX25" fmla="*/ 0 w 9874244"/>
                      <a:gd name="connsiteY25" fmla="*/ 6695440 h 7383687"/>
                      <a:gd name="connsiteX26" fmla="*/ 15240 w 9874244"/>
                      <a:gd name="connsiteY26" fmla="*/ 251460 h 7383687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</a:cxnLst>
                    <a:rect l="l" t="t" r="r" b="b"/>
                    <a:pathLst>
                      <a:path w="9874244" h="7383687">
                        <a:moveTo>
                          <a:pt x="274320" y="0"/>
                        </a:moveTo>
                        <a:lnTo>
                          <a:pt x="583655" y="0"/>
                        </a:lnTo>
                        <a:lnTo>
                          <a:pt x="4495068" y="0"/>
                        </a:lnTo>
                        <a:lnTo>
                          <a:pt x="4785360" y="0"/>
                        </a:lnTo>
                        <a:lnTo>
                          <a:pt x="4804404" y="0"/>
                        </a:lnTo>
                        <a:lnTo>
                          <a:pt x="5094696" y="0"/>
                        </a:lnTo>
                        <a:lnTo>
                          <a:pt x="9006108" y="0"/>
                        </a:lnTo>
                        <a:lnTo>
                          <a:pt x="9315444" y="0"/>
                        </a:lnTo>
                        <a:lnTo>
                          <a:pt x="9610084" y="248920"/>
                        </a:lnTo>
                        <a:lnTo>
                          <a:pt x="9610084" y="764447"/>
                        </a:lnTo>
                        <a:lnTo>
                          <a:pt x="9610084" y="3881120"/>
                        </a:lnTo>
                        <a:lnTo>
                          <a:pt x="9874244" y="4145280"/>
                        </a:lnTo>
                        <a:lnTo>
                          <a:pt x="9874244" y="4660807"/>
                        </a:lnTo>
                        <a:lnTo>
                          <a:pt x="9874244" y="6695440"/>
                        </a:lnTo>
                        <a:lnTo>
                          <a:pt x="9874244" y="7210967"/>
                        </a:lnTo>
                        <a:lnTo>
                          <a:pt x="9701524" y="7383687"/>
                        </a:lnTo>
                        <a:lnTo>
                          <a:pt x="9392188" y="7383687"/>
                        </a:lnTo>
                        <a:lnTo>
                          <a:pt x="5480776" y="7383687"/>
                        </a:lnTo>
                        <a:lnTo>
                          <a:pt x="5171440" y="7383687"/>
                        </a:lnTo>
                        <a:lnTo>
                          <a:pt x="4702804" y="7383687"/>
                        </a:lnTo>
                        <a:lnTo>
                          <a:pt x="4393468" y="7383687"/>
                        </a:lnTo>
                        <a:lnTo>
                          <a:pt x="482055" y="7383687"/>
                        </a:lnTo>
                        <a:lnTo>
                          <a:pt x="172720" y="7383687"/>
                        </a:lnTo>
                        <a:lnTo>
                          <a:pt x="0" y="7210967"/>
                        </a:lnTo>
                        <a:lnTo>
                          <a:pt x="1217" y="6696656"/>
                        </a:lnTo>
                        <a:lnTo>
                          <a:pt x="0" y="6695440"/>
                        </a:lnTo>
                        <a:lnTo>
                          <a:pt x="15240" y="251460"/>
                        </a:lnTo>
                        <a:close/>
                      </a:path>
                    </a:pathLst>
                  </a:custGeom>
                  <a:gradFill flip="none" rotWithShape="1">
                    <a:gsLst>
                      <a:gs pos="0">
                        <a:schemeClr val="accent1">
                          <a:alpha val="50000"/>
                        </a:schemeClr>
                      </a:gs>
                      <a:gs pos="50000">
                        <a:srgbClr val="569ADE">
                          <a:alpha val="0"/>
                        </a:srgbClr>
                      </a:gs>
                      <a:gs pos="100000">
                        <a:schemeClr val="accent2">
                          <a:alpha val="50000"/>
                        </a:schemeClr>
                      </a:gs>
                    </a:gsLst>
                    <a:lin ang="8100000" scaled="1"/>
                    <a:tileRect/>
                  </a:gradFill>
                  <a:ln w="6350">
                    <a:gradFill>
                      <a:gsLst>
                        <a:gs pos="0">
                          <a:schemeClr val="accent1"/>
                        </a:gs>
                        <a:gs pos="50000">
                          <a:srgbClr val="0886D0">
                            <a:alpha val="0"/>
                          </a:srgbClr>
                        </a:gs>
                        <a:gs pos="100000">
                          <a:schemeClr val="accent2"/>
                        </a:gs>
                      </a:gsLst>
                      <a:lin ang="2700000" scaled="0"/>
                    </a:gra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 defTabSz="1219200"/>
                    <a:endParaRPr lang="zh-CN" altLang="en-US" sz="1600" dirty="0">
                      <a:solidFill>
                        <a:prstClr val="white"/>
                      </a:solidFill>
                      <a:latin typeface="阿里巴巴普惠体 R"/>
                      <a:ea typeface="阿里巴巴普惠体 R"/>
                    </a:endParaRPr>
                  </a:p>
                </p:txBody>
              </p:sp>
              <p:sp>
                <p:nvSpPr>
                  <p:cNvPr id="77" name="任意多边形: 形状 70"/>
                  <p:cNvSpPr/>
                  <p:nvPr/>
                </p:nvSpPr>
                <p:spPr>
                  <a:xfrm flipH="1">
                    <a:off x="227557" y="5100290"/>
                    <a:ext cx="4890050" cy="3834534"/>
                  </a:xfrm>
                  <a:custGeom>
                    <a:avLst/>
                    <a:gdLst>
                      <a:gd name="connsiteX0" fmla="*/ 2554 w 4890050"/>
                      <a:gd name="connsiteY0" fmla="*/ 3594082 h 3834534"/>
                      <a:gd name="connsiteX1" fmla="*/ 0 w 4890050"/>
                      <a:gd name="connsiteY1" fmla="*/ 3594082 h 3834534"/>
                      <a:gd name="connsiteX2" fmla="*/ 0 w 4890050"/>
                      <a:gd name="connsiteY2" fmla="*/ 3812622 h 3834534"/>
                      <a:gd name="connsiteX3" fmla="*/ 2554 w 4890050"/>
                      <a:gd name="connsiteY3" fmla="*/ 3815261 h 3834534"/>
                      <a:gd name="connsiteX4" fmla="*/ 264349 w 4890050"/>
                      <a:gd name="connsiteY4" fmla="*/ 3594082 h 3834534"/>
                      <a:gd name="connsiteX5" fmla="*/ 261767 w 4890050"/>
                      <a:gd name="connsiteY5" fmla="*/ 3594082 h 3834534"/>
                      <a:gd name="connsiteX6" fmla="*/ 261767 w 4890050"/>
                      <a:gd name="connsiteY6" fmla="*/ 3834534 h 3834534"/>
                      <a:gd name="connsiteX7" fmla="*/ 264349 w 4890050"/>
                      <a:gd name="connsiteY7" fmla="*/ 3834534 h 3834534"/>
                      <a:gd name="connsiteX8" fmla="*/ 526116 w 4890050"/>
                      <a:gd name="connsiteY8" fmla="*/ 3594082 h 3834534"/>
                      <a:gd name="connsiteX9" fmla="*/ 523535 w 4890050"/>
                      <a:gd name="connsiteY9" fmla="*/ 3594082 h 3834534"/>
                      <a:gd name="connsiteX10" fmla="*/ 523535 w 4890050"/>
                      <a:gd name="connsiteY10" fmla="*/ 3834534 h 3834534"/>
                      <a:gd name="connsiteX11" fmla="*/ 526116 w 4890050"/>
                      <a:gd name="connsiteY11" fmla="*/ 3834534 h 3834534"/>
                      <a:gd name="connsiteX12" fmla="*/ 787885 w 4890050"/>
                      <a:gd name="connsiteY12" fmla="*/ 3594082 h 3834534"/>
                      <a:gd name="connsiteX13" fmla="*/ 785301 w 4890050"/>
                      <a:gd name="connsiteY13" fmla="*/ 3594082 h 3834534"/>
                      <a:gd name="connsiteX14" fmla="*/ 785301 w 4890050"/>
                      <a:gd name="connsiteY14" fmla="*/ 3834534 h 3834534"/>
                      <a:gd name="connsiteX15" fmla="*/ 787885 w 4890050"/>
                      <a:gd name="connsiteY15" fmla="*/ 3834534 h 3834534"/>
                      <a:gd name="connsiteX16" fmla="*/ 1049590 w 4890050"/>
                      <a:gd name="connsiteY16" fmla="*/ 3594082 h 3834534"/>
                      <a:gd name="connsiteX17" fmla="*/ 1047010 w 4890050"/>
                      <a:gd name="connsiteY17" fmla="*/ 3594082 h 3834534"/>
                      <a:gd name="connsiteX18" fmla="*/ 1047010 w 4890050"/>
                      <a:gd name="connsiteY18" fmla="*/ 3834534 h 3834534"/>
                      <a:gd name="connsiteX19" fmla="*/ 1049590 w 4890050"/>
                      <a:gd name="connsiteY19" fmla="*/ 3834534 h 3834534"/>
                      <a:gd name="connsiteX20" fmla="*/ 1311348 w 4890050"/>
                      <a:gd name="connsiteY20" fmla="*/ 3594082 h 3834534"/>
                      <a:gd name="connsiteX21" fmla="*/ 1308753 w 4890050"/>
                      <a:gd name="connsiteY21" fmla="*/ 3594082 h 3834534"/>
                      <a:gd name="connsiteX22" fmla="*/ 1308753 w 4890050"/>
                      <a:gd name="connsiteY22" fmla="*/ 3834534 h 3834534"/>
                      <a:gd name="connsiteX23" fmla="*/ 1311348 w 4890050"/>
                      <a:gd name="connsiteY23" fmla="*/ 3834534 h 3834534"/>
                      <a:gd name="connsiteX24" fmla="*/ 1573093 w 4890050"/>
                      <a:gd name="connsiteY24" fmla="*/ 3594082 h 3834534"/>
                      <a:gd name="connsiteX25" fmla="*/ 1570535 w 4890050"/>
                      <a:gd name="connsiteY25" fmla="*/ 3594082 h 3834534"/>
                      <a:gd name="connsiteX26" fmla="*/ 1570535 w 4890050"/>
                      <a:gd name="connsiteY26" fmla="*/ 3834534 h 3834534"/>
                      <a:gd name="connsiteX27" fmla="*/ 1573093 w 4890050"/>
                      <a:gd name="connsiteY27" fmla="*/ 3834534 h 3834534"/>
                      <a:gd name="connsiteX28" fmla="*/ 1834875 w 4890050"/>
                      <a:gd name="connsiteY28" fmla="*/ 3594082 h 3834534"/>
                      <a:gd name="connsiteX29" fmla="*/ 1832295 w 4890050"/>
                      <a:gd name="connsiteY29" fmla="*/ 3594082 h 3834534"/>
                      <a:gd name="connsiteX30" fmla="*/ 1832295 w 4890050"/>
                      <a:gd name="connsiteY30" fmla="*/ 3834534 h 3834534"/>
                      <a:gd name="connsiteX31" fmla="*/ 1834875 w 4890050"/>
                      <a:gd name="connsiteY31" fmla="*/ 3834534 h 3834534"/>
                      <a:gd name="connsiteX32" fmla="*/ 2096628 w 4890050"/>
                      <a:gd name="connsiteY32" fmla="*/ 3594082 h 3834534"/>
                      <a:gd name="connsiteX33" fmla="*/ 2094066 w 4890050"/>
                      <a:gd name="connsiteY33" fmla="*/ 3594082 h 3834534"/>
                      <a:gd name="connsiteX34" fmla="*/ 2094066 w 4890050"/>
                      <a:gd name="connsiteY34" fmla="*/ 3834534 h 3834534"/>
                      <a:gd name="connsiteX35" fmla="*/ 2096628 w 4890050"/>
                      <a:gd name="connsiteY35" fmla="*/ 3834534 h 3834534"/>
                      <a:gd name="connsiteX36" fmla="*/ 2358398 w 4890050"/>
                      <a:gd name="connsiteY36" fmla="*/ 3594082 h 3834534"/>
                      <a:gd name="connsiteX37" fmla="*/ 2355809 w 4890050"/>
                      <a:gd name="connsiteY37" fmla="*/ 3594082 h 3834534"/>
                      <a:gd name="connsiteX38" fmla="*/ 2355809 w 4890050"/>
                      <a:gd name="connsiteY38" fmla="*/ 3834534 h 3834534"/>
                      <a:gd name="connsiteX39" fmla="*/ 2358398 w 4890050"/>
                      <a:gd name="connsiteY39" fmla="*/ 3834534 h 3834534"/>
                      <a:gd name="connsiteX40" fmla="*/ 2620142 w 4890050"/>
                      <a:gd name="connsiteY40" fmla="*/ 3594082 h 3834534"/>
                      <a:gd name="connsiteX41" fmla="*/ 2617581 w 4890050"/>
                      <a:gd name="connsiteY41" fmla="*/ 3594082 h 3834534"/>
                      <a:gd name="connsiteX42" fmla="*/ 2617581 w 4890050"/>
                      <a:gd name="connsiteY42" fmla="*/ 3834534 h 3834534"/>
                      <a:gd name="connsiteX43" fmla="*/ 2620142 w 4890050"/>
                      <a:gd name="connsiteY43" fmla="*/ 3834534 h 3834534"/>
                      <a:gd name="connsiteX44" fmla="*/ 2881944 w 4890050"/>
                      <a:gd name="connsiteY44" fmla="*/ 3594082 h 3834534"/>
                      <a:gd name="connsiteX45" fmla="*/ 2879358 w 4890050"/>
                      <a:gd name="connsiteY45" fmla="*/ 3594082 h 3834534"/>
                      <a:gd name="connsiteX46" fmla="*/ 2879358 w 4890050"/>
                      <a:gd name="connsiteY46" fmla="*/ 3834534 h 3834534"/>
                      <a:gd name="connsiteX47" fmla="*/ 2881944 w 4890050"/>
                      <a:gd name="connsiteY47" fmla="*/ 3834534 h 3834534"/>
                      <a:gd name="connsiteX48" fmla="*/ 3143708 w 4890050"/>
                      <a:gd name="connsiteY48" fmla="*/ 3594082 h 3834534"/>
                      <a:gd name="connsiteX49" fmla="*/ 3141127 w 4890050"/>
                      <a:gd name="connsiteY49" fmla="*/ 3594082 h 3834534"/>
                      <a:gd name="connsiteX50" fmla="*/ 3141127 w 4890050"/>
                      <a:gd name="connsiteY50" fmla="*/ 3834534 h 3834534"/>
                      <a:gd name="connsiteX51" fmla="*/ 3143708 w 4890050"/>
                      <a:gd name="connsiteY51" fmla="*/ 3834534 h 3834534"/>
                      <a:gd name="connsiteX52" fmla="*/ 3405484 w 4890050"/>
                      <a:gd name="connsiteY52" fmla="*/ 3594082 h 3834534"/>
                      <a:gd name="connsiteX53" fmla="*/ 3402928 w 4890050"/>
                      <a:gd name="connsiteY53" fmla="*/ 3594082 h 3834534"/>
                      <a:gd name="connsiteX54" fmla="*/ 3402928 w 4890050"/>
                      <a:gd name="connsiteY54" fmla="*/ 3834534 h 3834534"/>
                      <a:gd name="connsiteX55" fmla="*/ 3405484 w 4890050"/>
                      <a:gd name="connsiteY55" fmla="*/ 3834534 h 3834534"/>
                      <a:gd name="connsiteX56" fmla="*/ 3667243 w 4890050"/>
                      <a:gd name="connsiteY56" fmla="*/ 3594082 h 3834534"/>
                      <a:gd name="connsiteX57" fmla="*/ 3664686 w 4890050"/>
                      <a:gd name="connsiteY57" fmla="*/ 3594082 h 3834534"/>
                      <a:gd name="connsiteX58" fmla="*/ 3664686 w 4890050"/>
                      <a:gd name="connsiteY58" fmla="*/ 3834534 h 3834534"/>
                      <a:gd name="connsiteX59" fmla="*/ 3667243 w 4890050"/>
                      <a:gd name="connsiteY59" fmla="*/ 3834534 h 3834534"/>
                      <a:gd name="connsiteX60" fmla="*/ 3929027 w 4890050"/>
                      <a:gd name="connsiteY60" fmla="*/ 3594082 h 3834534"/>
                      <a:gd name="connsiteX61" fmla="*/ 3926471 w 4890050"/>
                      <a:gd name="connsiteY61" fmla="*/ 3594082 h 3834534"/>
                      <a:gd name="connsiteX62" fmla="*/ 3926471 w 4890050"/>
                      <a:gd name="connsiteY62" fmla="*/ 3834534 h 3834534"/>
                      <a:gd name="connsiteX63" fmla="*/ 3929027 w 4890050"/>
                      <a:gd name="connsiteY63" fmla="*/ 3834534 h 3834534"/>
                      <a:gd name="connsiteX64" fmla="*/ 4190780 w 4890050"/>
                      <a:gd name="connsiteY64" fmla="*/ 3594082 h 3834534"/>
                      <a:gd name="connsiteX65" fmla="*/ 4188225 w 4890050"/>
                      <a:gd name="connsiteY65" fmla="*/ 3594082 h 3834534"/>
                      <a:gd name="connsiteX66" fmla="*/ 4188225 w 4890050"/>
                      <a:gd name="connsiteY66" fmla="*/ 3834534 h 3834534"/>
                      <a:gd name="connsiteX67" fmla="*/ 4190780 w 4890050"/>
                      <a:gd name="connsiteY67" fmla="*/ 3834534 h 3834534"/>
                      <a:gd name="connsiteX68" fmla="*/ 4452565 w 4890050"/>
                      <a:gd name="connsiteY68" fmla="*/ 3594082 h 3834534"/>
                      <a:gd name="connsiteX69" fmla="*/ 4449982 w 4890050"/>
                      <a:gd name="connsiteY69" fmla="*/ 3594082 h 3834534"/>
                      <a:gd name="connsiteX70" fmla="*/ 4449982 w 4890050"/>
                      <a:gd name="connsiteY70" fmla="*/ 3834534 h 3834534"/>
                      <a:gd name="connsiteX71" fmla="*/ 4452565 w 4890050"/>
                      <a:gd name="connsiteY71" fmla="*/ 3834534 h 3834534"/>
                      <a:gd name="connsiteX72" fmla="*/ 4714343 w 4890050"/>
                      <a:gd name="connsiteY72" fmla="*/ 3594082 h 3834534"/>
                      <a:gd name="connsiteX73" fmla="*/ 4711762 w 4890050"/>
                      <a:gd name="connsiteY73" fmla="*/ 3594082 h 3834534"/>
                      <a:gd name="connsiteX74" fmla="*/ 4711762 w 4890050"/>
                      <a:gd name="connsiteY74" fmla="*/ 3834534 h 3834534"/>
                      <a:gd name="connsiteX75" fmla="*/ 4714343 w 4890050"/>
                      <a:gd name="connsiteY75" fmla="*/ 3834534 h 3834534"/>
                      <a:gd name="connsiteX76" fmla="*/ 513088 w 4890050"/>
                      <a:gd name="connsiteY76" fmla="*/ 172224 h 3834534"/>
                      <a:gd name="connsiteX77" fmla="*/ 523535 w 4890050"/>
                      <a:gd name="connsiteY77" fmla="*/ 183543 h 3834534"/>
                      <a:gd name="connsiteX78" fmla="*/ 523535 w 4890050"/>
                      <a:gd name="connsiteY78" fmla="*/ 441871 h 3834534"/>
                      <a:gd name="connsiteX79" fmla="*/ 513085 w 4890050"/>
                      <a:gd name="connsiteY79" fmla="*/ 453190 h 3834534"/>
                      <a:gd name="connsiteX80" fmla="*/ 274770 w 4890050"/>
                      <a:gd name="connsiteY80" fmla="*/ 453190 h 3834534"/>
                      <a:gd name="connsiteX81" fmla="*/ 264349 w 4890050"/>
                      <a:gd name="connsiteY81" fmla="*/ 441901 h 3834534"/>
                      <a:gd name="connsiteX82" fmla="*/ 264349 w 4890050"/>
                      <a:gd name="connsiteY82" fmla="*/ 183513 h 3834534"/>
                      <a:gd name="connsiteX83" fmla="*/ 274766 w 4890050"/>
                      <a:gd name="connsiteY83" fmla="*/ 172224 h 3834534"/>
                      <a:gd name="connsiteX84" fmla="*/ 774855 w 4890050"/>
                      <a:gd name="connsiteY84" fmla="*/ 172224 h 3834534"/>
                      <a:gd name="connsiteX85" fmla="*/ 785301 w 4890050"/>
                      <a:gd name="connsiteY85" fmla="*/ 183543 h 3834534"/>
                      <a:gd name="connsiteX86" fmla="*/ 785301 w 4890050"/>
                      <a:gd name="connsiteY86" fmla="*/ 441871 h 3834534"/>
                      <a:gd name="connsiteX87" fmla="*/ 774853 w 4890050"/>
                      <a:gd name="connsiteY87" fmla="*/ 453190 h 3834534"/>
                      <a:gd name="connsiteX88" fmla="*/ 536566 w 4890050"/>
                      <a:gd name="connsiteY88" fmla="*/ 453190 h 3834534"/>
                      <a:gd name="connsiteX89" fmla="*/ 526116 w 4890050"/>
                      <a:gd name="connsiteY89" fmla="*/ 441871 h 3834534"/>
                      <a:gd name="connsiteX90" fmla="*/ 526116 w 4890050"/>
                      <a:gd name="connsiteY90" fmla="*/ 183543 h 3834534"/>
                      <a:gd name="connsiteX91" fmla="*/ 536563 w 4890050"/>
                      <a:gd name="connsiteY91" fmla="*/ 172224 h 3834534"/>
                      <a:gd name="connsiteX92" fmla="*/ 1036571 w 4890050"/>
                      <a:gd name="connsiteY92" fmla="*/ 172224 h 3834534"/>
                      <a:gd name="connsiteX93" fmla="*/ 1046976 w 4890050"/>
                      <a:gd name="connsiteY93" fmla="*/ 183492 h 3834534"/>
                      <a:gd name="connsiteX94" fmla="*/ 1046976 w 4890050"/>
                      <a:gd name="connsiteY94" fmla="*/ 441923 h 3834534"/>
                      <a:gd name="connsiteX95" fmla="*/ 1036571 w 4890050"/>
                      <a:gd name="connsiteY95" fmla="*/ 453190 h 3834534"/>
                      <a:gd name="connsiteX96" fmla="*/ 798334 w 4890050"/>
                      <a:gd name="connsiteY96" fmla="*/ 453190 h 3834534"/>
                      <a:gd name="connsiteX97" fmla="*/ 787885 w 4890050"/>
                      <a:gd name="connsiteY97" fmla="*/ 441871 h 3834534"/>
                      <a:gd name="connsiteX98" fmla="*/ 787885 w 4890050"/>
                      <a:gd name="connsiteY98" fmla="*/ 183543 h 3834534"/>
                      <a:gd name="connsiteX99" fmla="*/ 798331 w 4890050"/>
                      <a:gd name="connsiteY99" fmla="*/ 172224 h 3834534"/>
                      <a:gd name="connsiteX100" fmla="*/ 1298334 w 4890050"/>
                      <a:gd name="connsiteY100" fmla="*/ 172224 h 3834534"/>
                      <a:gd name="connsiteX101" fmla="*/ 1308718 w 4890050"/>
                      <a:gd name="connsiteY101" fmla="*/ 183475 h 3834534"/>
                      <a:gd name="connsiteX102" fmla="*/ 1308718 w 4890050"/>
                      <a:gd name="connsiteY102" fmla="*/ 441939 h 3834534"/>
                      <a:gd name="connsiteX103" fmla="*/ 1298334 w 4890050"/>
                      <a:gd name="connsiteY103" fmla="*/ 453190 h 3834534"/>
                      <a:gd name="connsiteX104" fmla="*/ 1060055 w 4890050"/>
                      <a:gd name="connsiteY104" fmla="*/ 453190 h 3834534"/>
                      <a:gd name="connsiteX105" fmla="*/ 1049562 w 4890050"/>
                      <a:gd name="connsiteY105" fmla="*/ 441815 h 3834534"/>
                      <a:gd name="connsiteX106" fmla="*/ 1049562 w 4890050"/>
                      <a:gd name="connsiteY106" fmla="*/ 183595 h 3834534"/>
                      <a:gd name="connsiteX107" fmla="*/ 1060055 w 4890050"/>
                      <a:gd name="connsiteY107" fmla="*/ 172224 h 3834534"/>
                      <a:gd name="connsiteX108" fmla="*/ 1560089 w 4890050"/>
                      <a:gd name="connsiteY108" fmla="*/ 172224 h 3834534"/>
                      <a:gd name="connsiteX109" fmla="*/ 1570486 w 4890050"/>
                      <a:gd name="connsiteY109" fmla="*/ 183490 h 3834534"/>
                      <a:gd name="connsiteX110" fmla="*/ 1570486 w 4890050"/>
                      <a:gd name="connsiteY110" fmla="*/ 441927 h 3834534"/>
                      <a:gd name="connsiteX111" fmla="*/ 1560090 w 4890050"/>
                      <a:gd name="connsiteY111" fmla="*/ 453190 h 3834534"/>
                      <a:gd name="connsiteX112" fmla="*/ 1321801 w 4890050"/>
                      <a:gd name="connsiteY112" fmla="*/ 453190 h 3834534"/>
                      <a:gd name="connsiteX113" fmla="*/ 1311306 w 4890050"/>
                      <a:gd name="connsiteY113" fmla="*/ 441799 h 3834534"/>
                      <a:gd name="connsiteX114" fmla="*/ 1311306 w 4890050"/>
                      <a:gd name="connsiteY114" fmla="*/ 183605 h 3834534"/>
                      <a:gd name="connsiteX115" fmla="*/ 1321801 w 4890050"/>
                      <a:gd name="connsiteY115" fmla="*/ 172224 h 3834534"/>
                      <a:gd name="connsiteX116" fmla="*/ 1821850 w 4890050"/>
                      <a:gd name="connsiteY116" fmla="*/ 172224 h 3834534"/>
                      <a:gd name="connsiteX117" fmla="*/ 1832238 w 4890050"/>
                      <a:gd name="connsiteY117" fmla="*/ 183484 h 3834534"/>
                      <a:gd name="connsiteX118" fmla="*/ 1832238 w 4890050"/>
                      <a:gd name="connsiteY118" fmla="*/ 441935 h 3834534"/>
                      <a:gd name="connsiteX119" fmla="*/ 1821850 w 4890050"/>
                      <a:gd name="connsiteY119" fmla="*/ 453190 h 3834534"/>
                      <a:gd name="connsiteX120" fmla="*/ 1583567 w 4890050"/>
                      <a:gd name="connsiteY120" fmla="*/ 453190 h 3834534"/>
                      <a:gd name="connsiteX121" fmla="*/ 1573041 w 4890050"/>
                      <a:gd name="connsiteY121" fmla="*/ 441784 h 3834534"/>
                      <a:gd name="connsiteX122" fmla="*/ 1573041 w 4890050"/>
                      <a:gd name="connsiteY122" fmla="*/ 183625 h 3834534"/>
                      <a:gd name="connsiteX123" fmla="*/ 1583564 w 4890050"/>
                      <a:gd name="connsiteY123" fmla="*/ 172224 h 3834534"/>
                      <a:gd name="connsiteX124" fmla="*/ 2083625 w 4890050"/>
                      <a:gd name="connsiteY124" fmla="*/ 172224 h 3834534"/>
                      <a:gd name="connsiteX125" fmla="*/ 2094018 w 4890050"/>
                      <a:gd name="connsiteY125" fmla="*/ 183490 h 3834534"/>
                      <a:gd name="connsiteX126" fmla="*/ 2094018 w 4890050"/>
                      <a:gd name="connsiteY126" fmla="*/ 441927 h 3834534"/>
                      <a:gd name="connsiteX127" fmla="*/ 2083625 w 4890050"/>
                      <a:gd name="connsiteY127" fmla="*/ 453190 h 3834534"/>
                      <a:gd name="connsiteX128" fmla="*/ 1845327 w 4890050"/>
                      <a:gd name="connsiteY128" fmla="*/ 453190 h 3834534"/>
                      <a:gd name="connsiteX129" fmla="*/ 1834821 w 4890050"/>
                      <a:gd name="connsiteY129" fmla="*/ 441806 h 3834534"/>
                      <a:gd name="connsiteX130" fmla="*/ 1834821 w 4890050"/>
                      <a:gd name="connsiteY130" fmla="*/ 183601 h 3834534"/>
                      <a:gd name="connsiteX131" fmla="*/ 1845318 w 4890050"/>
                      <a:gd name="connsiteY131" fmla="*/ 172224 h 3834534"/>
                      <a:gd name="connsiteX132" fmla="*/ 2345401 w 4890050"/>
                      <a:gd name="connsiteY132" fmla="*/ 172224 h 3834534"/>
                      <a:gd name="connsiteX133" fmla="*/ 2355746 w 4890050"/>
                      <a:gd name="connsiteY133" fmla="*/ 183448 h 3834534"/>
                      <a:gd name="connsiteX134" fmla="*/ 2355746 w 4890050"/>
                      <a:gd name="connsiteY134" fmla="*/ 441971 h 3834534"/>
                      <a:gd name="connsiteX135" fmla="*/ 2345405 w 4890050"/>
                      <a:gd name="connsiteY135" fmla="*/ 453190 h 3834534"/>
                      <a:gd name="connsiteX136" fmla="*/ 2107106 w 4890050"/>
                      <a:gd name="connsiteY136" fmla="*/ 453190 h 3834534"/>
                      <a:gd name="connsiteX137" fmla="*/ 2096579 w 4890050"/>
                      <a:gd name="connsiteY137" fmla="*/ 441785 h 3834534"/>
                      <a:gd name="connsiteX138" fmla="*/ 2096579 w 4890050"/>
                      <a:gd name="connsiteY138" fmla="*/ 183625 h 3834534"/>
                      <a:gd name="connsiteX139" fmla="*/ 2107099 w 4890050"/>
                      <a:gd name="connsiteY139" fmla="*/ 172224 h 3834534"/>
                      <a:gd name="connsiteX140" fmla="*/ 2607169 w 4890050"/>
                      <a:gd name="connsiteY140" fmla="*/ 172224 h 3834534"/>
                      <a:gd name="connsiteX141" fmla="*/ 2617526 w 4890050"/>
                      <a:gd name="connsiteY141" fmla="*/ 183446 h 3834534"/>
                      <a:gd name="connsiteX142" fmla="*/ 2617526 w 4890050"/>
                      <a:gd name="connsiteY142" fmla="*/ 441971 h 3834534"/>
                      <a:gd name="connsiteX143" fmla="*/ 2607171 w 4890050"/>
                      <a:gd name="connsiteY143" fmla="*/ 453190 h 3834534"/>
                      <a:gd name="connsiteX144" fmla="*/ 2368891 w 4890050"/>
                      <a:gd name="connsiteY144" fmla="*/ 453190 h 3834534"/>
                      <a:gd name="connsiteX145" fmla="*/ 2358338 w 4890050"/>
                      <a:gd name="connsiteY145" fmla="*/ 441766 h 3834534"/>
                      <a:gd name="connsiteX146" fmla="*/ 2358338 w 4890050"/>
                      <a:gd name="connsiteY146" fmla="*/ 183641 h 3834534"/>
                      <a:gd name="connsiteX147" fmla="*/ 2368877 w 4890050"/>
                      <a:gd name="connsiteY147" fmla="*/ 172224 h 3834534"/>
                      <a:gd name="connsiteX148" fmla="*/ 2868938 w 4890050"/>
                      <a:gd name="connsiteY148" fmla="*/ 172224 h 3834534"/>
                      <a:gd name="connsiteX149" fmla="*/ 2879302 w 4890050"/>
                      <a:gd name="connsiteY149" fmla="*/ 183452 h 3834534"/>
                      <a:gd name="connsiteX150" fmla="*/ 2879302 w 4890050"/>
                      <a:gd name="connsiteY150" fmla="*/ 441970 h 3834534"/>
                      <a:gd name="connsiteX151" fmla="*/ 2868944 w 4890050"/>
                      <a:gd name="connsiteY151" fmla="*/ 453190 h 3834534"/>
                      <a:gd name="connsiteX152" fmla="*/ 2630653 w 4890050"/>
                      <a:gd name="connsiteY152" fmla="*/ 453190 h 3834534"/>
                      <a:gd name="connsiteX153" fmla="*/ 2620086 w 4890050"/>
                      <a:gd name="connsiteY153" fmla="*/ 441742 h 3834534"/>
                      <a:gd name="connsiteX154" fmla="*/ 2620086 w 4890050"/>
                      <a:gd name="connsiteY154" fmla="*/ 183665 h 3834534"/>
                      <a:gd name="connsiteX155" fmla="*/ 2630646 w 4890050"/>
                      <a:gd name="connsiteY155" fmla="*/ 172224 h 3834534"/>
                      <a:gd name="connsiteX156" fmla="*/ 3130709 w 4890050"/>
                      <a:gd name="connsiteY156" fmla="*/ 172224 h 3834534"/>
                      <a:gd name="connsiteX157" fmla="*/ 3141069 w 4890050"/>
                      <a:gd name="connsiteY157" fmla="*/ 183450 h 3834534"/>
                      <a:gd name="connsiteX158" fmla="*/ 3141069 w 4890050"/>
                      <a:gd name="connsiteY158" fmla="*/ 441970 h 3834534"/>
                      <a:gd name="connsiteX159" fmla="*/ 3130712 w 4890050"/>
                      <a:gd name="connsiteY159" fmla="*/ 453190 h 3834534"/>
                      <a:gd name="connsiteX160" fmla="*/ 2892423 w 4890050"/>
                      <a:gd name="connsiteY160" fmla="*/ 453190 h 3834534"/>
                      <a:gd name="connsiteX161" fmla="*/ 2881885 w 4890050"/>
                      <a:gd name="connsiteY161" fmla="*/ 441774 h 3834534"/>
                      <a:gd name="connsiteX162" fmla="*/ 2881885 w 4890050"/>
                      <a:gd name="connsiteY162" fmla="*/ 183635 h 3834534"/>
                      <a:gd name="connsiteX163" fmla="*/ 2892415 w 4890050"/>
                      <a:gd name="connsiteY163" fmla="*/ 172224 h 3834534"/>
                      <a:gd name="connsiteX164" fmla="*/ 3392484 w 4890050"/>
                      <a:gd name="connsiteY164" fmla="*/ 172224 h 3834534"/>
                      <a:gd name="connsiteX165" fmla="*/ 3402872 w 4890050"/>
                      <a:gd name="connsiteY165" fmla="*/ 183478 h 3834534"/>
                      <a:gd name="connsiteX166" fmla="*/ 3402872 w 4890050"/>
                      <a:gd name="connsiteY166" fmla="*/ 441939 h 3834534"/>
                      <a:gd name="connsiteX167" fmla="*/ 3392485 w 4890050"/>
                      <a:gd name="connsiteY167" fmla="*/ 453190 h 3834534"/>
                      <a:gd name="connsiteX168" fmla="*/ 3154195 w 4890050"/>
                      <a:gd name="connsiteY168" fmla="*/ 453190 h 3834534"/>
                      <a:gd name="connsiteX169" fmla="*/ 3143653 w 4890050"/>
                      <a:gd name="connsiteY169" fmla="*/ 441773 h 3834534"/>
                      <a:gd name="connsiteX170" fmla="*/ 3143653 w 4890050"/>
                      <a:gd name="connsiteY170" fmla="*/ 183635 h 3834534"/>
                      <a:gd name="connsiteX171" fmla="*/ 3154186 w 4890050"/>
                      <a:gd name="connsiteY171" fmla="*/ 172224 h 3834534"/>
                      <a:gd name="connsiteX172" fmla="*/ 3654243 w 4890050"/>
                      <a:gd name="connsiteY172" fmla="*/ 172224 h 3834534"/>
                      <a:gd name="connsiteX173" fmla="*/ 3664627 w 4890050"/>
                      <a:gd name="connsiteY173" fmla="*/ 183475 h 3834534"/>
                      <a:gd name="connsiteX174" fmla="*/ 3664627 w 4890050"/>
                      <a:gd name="connsiteY174" fmla="*/ 441944 h 3834534"/>
                      <a:gd name="connsiteX175" fmla="*/ 3654247 w 4890050"/>
                      <a:gd name="connsiteY175" fmla="*/ 453190 h 3834534"/>
                      <a:gd name="connsiteX176" fmla="*/ 3415967 w 4890050"/>
                      <a:gd name="connsiteY176" fmla="*/ 453190 h 3834534"/>
                      <a:gd name="connsiteX177" fmla="*/ 3405428 w 4890050"/>
                      <a:gd name="connsiteY177" fmla="*/ 441773 h 3834534"/>
                      <a:gd name="connsiteX178" fmla="*/ 3405428 w 4890050"/>
                      <a:gd name="connsiteY178" fmla="*/ 183635 h 3834534"/>
                      <a:gd name="connsiteX179" fmla="*/ 3415961 w 4890050"/>
                      <a:gd name="connsiteY179" fmla="*/ 172224 h 3834534"/>
                      <a:gd name="connsiteX180" fmla="*/ 3916023 w 4890050"/>
                      <a:gd name="connsiteY180" fmla="*/ 172224 h 3834534"/>
                      <a:gd name="connsiteX181" fmla="*/ 3926415 w 4890050"/>
                      <a:gd name="connsiteY181" fmla="*/ 183477 h 3834534"/>
                      <a:gd name="connsiteX182" fmla="*/ 3926415 w 4890050"/>
                      <a:gd name="connsiteY182" fmla="*/ 441939 h 3834534"/>
                      <a:gd name="connsiteX183" fmla="*/ 3916025 w 4890050"/>
                      <a:gd name="connsiteY183" fmla="*/ 453190 h 3834534"/>
                      <a:gd name="connsiteX184" fmla="*/ 3677728 w 4890050"/>
                      <a:gd name="connsiteY184" fmla="*/ 453190 h 3834534"/>
                      <a:gd name="connsiteX185" fmla="*/ 3667182 w 4890050"/>
                      <a:gd name="connsiteY185" fmla="*/ 441767 h 3834534"/>
                      <a:gd name="connsiteX186" fmla="*/ 3667182 w 4890050"/>
                      <a:gd name="connsiteY186" fmla="*/ 183640 h 3834534"/>
                      <a:gd name="connsiteX187" fmla="*/ 3677720 w 4890050"/>
                      <a:gd name="connsiteY187" fmla="*/ 172224 h 3834534"/>
                      <a:gd name="connsiteX188" fmla="*/ 4177811 w 4890050"/>
                      <a:gd name="connsiteY188" fmla="*/ 172224 h 3834534"/>
                      <a:gd name="connsiteX189" fmla="*/ 4188164 w 4890050"/>
                      <a:gd name="connsiteY189" fmla="*/ 183446 h 3834534"/>
                      <a:gd name="connsiteX190" fmla="*/ 4188164 w 4890050"/>
                      <a:gd name="connsiteY190" fmla="*/ 441971 h 3834534"/>
                      <a:gd name="connsiteX191" fmla="*/ 4177811 w 4890050"/>
                      <a:gd name="connsiteY191" fmla="*/ 453190 h 3834534"/>
                      <a:gd name="connsiteX192" fmla="*/ 3939502 w 4890050"/>
                      <a:gd name="connsiteY192" fmla="*/ 453190 h 3834534"/>
                      <a:gd name="connsiteX193" fmla="*/ 3928974 w 4890050"/>
                      <a:gd name="connsiteY193" fmla="*/ 441776 h 3834534"/>
                      <a:gd name="connsiteX194" fmla="*/ 3928974 w 4890050"/>
                      <a:gd name="connsiteY194" fmla="*/ 183634 h 3834534"/>
                      <a:gd name="connsiteX195" fmla="*/ 3939494 w 4890050"/>
                      <a:gd name="connsiteY195" fmla="*/ 172224 h 3834534"/>
                      <a:gd name="connsiteX196" fmla="*/ 4439569 w 4890050"/>
                      <a:gd name="connsiteY196" fmla="*/ 172224 h 3834534"/>
                      <a:gd name="connsiteX197" fmla="*/ 4449916 w 4890050"/>
                      <a:gd name="connsiteY197" fmla="*/ 183437 h 3834534"/>
                      <a:gd name="connsiteX198" fmla="*/ 4449916 w 4890050"/>
                      <a:gd name="connsiteY198" fmla="*/ 441981 h 3834534"/>
                      <a:gd name="connsiteX199" fmla="*/ 4439571 w 4890050"/>
                      <a:gd name="connsiteY199" fmla="*/ 453190 h 3834534"/>
                      <a:gd name="connsiteX200" fmla="*/ 4201294 w 4890050"/>
                      <a:gd name="connsiteY200" fmla="*/ 453190 h 3834534"/>
                      <a:gd name="connsiteX201" fmla="*/ 4190720 w 4890050"/>
                      <a:gd name="connsiteY201" fmla="*/ 441738 h 3834534"/>
                      <a:gd name="connsiteX202" fmla="*/ 4190720 w 4890050"/>
                      <a:gd name="connsiteY202" fmla="*/ 183670 h 3834534"/>
                      <a:gd name="connsiteX203" fmla="*/ 4201287 w 4890050"/>
                      <a:gd name="connsiteY203" fmla="*/ 172224 h 3834534"/>
                      <a:gd name="connsiteX204" fmla="*/ 4701344 w 4890050"/>
                      <a:gd name="connsiteY204" fmla="*/ 172224 h 3834534"/>
                      <a:gd name="connsiteX205" fmla="*/ 4711701 w 4890050"/>
                      <a:gd name="connsiteY205" fmla="*/ 183446 h 3834534"/>
                      <a:gd name="connsiteX206" fmla="*/ 4711701 w 4890050"/>
                      <a:gd name="connsiteY206" fmla="*/ 441971 h 3834534"/>
                      <a:gd name="connsiteX207" fmla="*/ 4701345 w 4890050"/>
                      <a:gd name="connsiteY207" fmla="*/ 453190 h 3834534"/>
                      <a:gd name="connsiteX208" fmla="*/ 4463050 w 4890050"/>
                      <a:gd name="connsiteY208" fmla="*/ 453190 h 3834534"/>
                      <a:gd name="connsiteX209" fmla="*/ 4452500 w 4890050"/>
                      <a:gd name="connsiteY209" fmla="*/ 441759 h 3834534"/>
                      <a:gd name="connsiteX210" fmla="*/ 4452500 w 4890050"/>
                      <a:gd name="connsiteY210" fmla="*/ 183648 h 3834534"/>
                      <a:gd name="connsiteX211" fmla="*/ 4463042 w 4890050"/>
                      <a:gd name="connsiteY211" fmla="*/ 172224 h 3834534"/>
                      <a:gd name="connsiteX212" fmla="*/ 4714281 w 4890050"/>
                      <a:gd name="connsiteY212" fmla="*/ 0 h 3834534"/>
                      <a:gd name="connsiteX213" fmla="*/ 4711697 w 4890050"/>
                      <a:gd name="connsiteY213" fmla="*/ 0 h 3834534"/>
                      <a:gd name="connsiteX214" fmla="*/ 4711697 w 4890050"/>
                      <a:gd name="connsiteY214" fmla="*/ 158224 h 3834534"/>
                      <a:gd name="connsiteX215" fmla="*/ 4701343 w 4890050"/>
                      <a:gd name="connsiteY215" fmla="*/ 169441 h 3834534"/>
                      <a:gd name="connsiteX216" fmla="*/ 4463044 w 4890050"/>
                      <a:gd name="connsiteY216" fmla="*/ 169441 h 3834534"/>
                      <a:gd name="connsiteX217" fmla="*/ 4452494 w 4890050"/>
                      <a:gd name="connsiteY217" fmla="*/ 158012 h 3834534"/>
                      <a:gd name="connsiteX218" fmla="*/ 4452494 w 4890050"/>
                      <a:gd name="connsiteY218" fmla="*/ 0 h 3834534"/>
                      <a:gd name="connsiteX219" fmla="*/ 4449913 w 4890050"/>
                      <a:gd name="connsiteY219" fmla="*/ 0 h 3834534"/>
                      <a:gd name="connsiteX220" fmla="*/ 4449913 w 4890050"/>
                      <a:gd name="connsiteY220" fmla="*/ 158231 h 3834534"/>
                      <a:gd name="connsiteX221" fmla="*/ 4439567 w 4890050"/>
                      <a:gd name="connsiteY221" fmla="*/ 169441 h 3834534"/>
                      <a:gd name="connsiteX222" fmla="*/ 4201291 w 4890050"/>
                      <a:gd name="connsiteY222" fmla="*/ 169441 h 3834534"/>
                      <a:gd name="connsiteX223" fmla="*/ 4190714 w 4890050"/>
                      <a:gd name="connsiteY223" fmla="*/ 157990 h 3834534"/>
                      <a:gd name="connsiteX224" fmla="*/ 4190714 w 4890050"/>
                      <a:gd name="connsiteY224" fmla="*/ 0 h 3834534"/>
                      <a:gd name="connsiteX225" fmla="*/ 4188161 w 4890050"/>
                      <a:gd name="connsiteY225" fmla="*/ 0 h 3834534"/>
                      <a:gd name="connsiteX226" fmla="*/ 4188161 w 4890050"/>
                      <a:gd name="connsiteY226" fmla="*/ 158224 h 3834534"/>
                      <a:gd name="connsiteX227" fmla="*/ 4177809 w 4890050"/>
                      <a:gd name="connsiteY227" fmla="*/ 169441 h 3834534"/>
                      <a:gd name="connsiteX228" fmla="*/ 3939494 w 4890050"/>
                      <a:gd name="connsiteY228" fmla="*/ 169441 h 3834534"/>
                      <a:gd name="connsiteX229" fmla="*/ 3928969 w 4890050"/>
                      <a:gd name="connsiteY229" fmla="*/ 158026 h 3834534"/>
                      <a:gd name="connsiteX230" fmla="*/ 3928969 w 4890050"/>
                      <a:gd name="connsiteY230" fmla="*/ 0 h 3834534"/>
                      <a:gd name="connsiteX231" fmla="*/ 3926409 w 4890050"/>
                      <a:gd name="connsiteY231" fmla="*/ 0 h 3834534"/>
                      <a:gd name="connsiteX232" fmla="*/ 3926409 w 4890050"/>
                      <a:gd name="connsiteY232" fmla="*/ 158192 h 3834534"/>
                      <a:gd name="connsiteX233" fmla="*/ 3916022 w 4890050"/>
                      <a:gd name="connsiteY233" fmla="*/ 169441 h 3834534"/>
                      <a:gd name="connsiteX234" fmla="*/ 3677720 w 4890050"/>
                      <a:gd name="connsiteY234" fmla="*/ 169441 h 3834534"/>
                      <a:gd name="connsiteX235" fmla="*/ 3667179 w 4890050"/>
                      <a:gd name="connsiteY235" fmla="*/ 158018 h 3834534"/>
                      <a:gd name="connsiteX236" fmla="*/ 3667179 w 4890050"/>
                      <a:gd name="connsiteY236" fmla="*/ 0 h 3834534"/>
                      <a:gd name="connsiteX237" fmla="*/ 3664622 w 4890050"/>
                      <a:gd name="connsiteY237" fmla="*/ 0 h 3834534"/>
                      <a:gd name="connsiteX238" fmla="*/ 3664622 w 4890050"/>
                      <a:gd name="connsiteY238" fmla="*/ 158195 h 3834534"/>
                      <a:gd name="connsiteX239" fmla="*/ 3654242 w 4890050"/>
                      <a:gd name="connsiteY239" fmla="*/ 169441 h 3834534"/>
                      <a:gd name="connsiteX240" fmla="*/ 3415962 w 4890050"/>
                      <a:gd name="connsiteY240" fmla="*/ 169441 h 3834534"/>
                      <a:gd name="connsiteX241" fmla="*/ 3405422 w 4890050"/>
                      <a:gd name="connsiteY241" fmla="*/ 158025 h 3834534"/>
                      <a:gd name="connsiteX242" fmla="*/ 3405422 w 4890050"/>
                      <a:gd name="connsiteY242" fmla="*/ 0 h 3834534"/>
                      <a:gd name="connsiteX243" fmla="*/ 3402867 w 4890050"/>
                      <a:gd name="connsiteY243" fmla="*/ 0 h 3834534"/>
                      <a:gd name="connsiteX244" fmla="*/ 3402867 w 4890050"/>
                      <a:gd name="connsiteY244" fmla="*/ 158192 h 3834534"/>
                      <a:gd name="connsiteX245" fmla="*/ 3392481 w 4890050"/>
                      <a:gd name="connsiteY245" fmla="*/ 169441 h 3834534"/>
                      <a:gd name="connsiteX246" fmla="*/ 3154187 w 4890050"/>
                      <a:gd name="connsiteY246" fmla="*/ 169441 h 3834534"/>
                      <a:gd name="connsiteX247" fmla="*/ 3143648 w 4890050"/>
                      <a:gd name="connsiteY247" fmla="*/ 158025 h 3834534"/>
                      <a:gd name="connsiteX248" fmla="*/ 3143648 w 4890050"/>
                      <a:gd name="connsiteY248" fmla="*/ 0 h 3834534"/>
                      <a:gd name="connsiteX249" fmla="*/ 3141066 w 4890050"/>
                      <a:gd name="connsiteY249" fmla="*/ 0 h 3834534"/>
                      <a:gd name="connsiteX250" fmla="*/ 3141066 w 4890050"/>
                      <a:gd name="connsiteY250" fmla="*/ 158217 h 3834534"/>
                      <a:gd name="connsiteX251" fmla="*/ 3130707 w 4890050"/>
                      <a:gd name="connsiteY251" fmla="*/ 169441 h 3834534"/>
                      <a:gd name="connsiteX252" fmla="*/ 2892418 w 4890050"/>
                      <a:gd name="connsiteY252" fmla="*/ 169441 h 3834534"/>
                      <a:gd name="connsiteX253" fmla="*/ 2881884 w 4890050"/>
                      <a:gd name="connsiteY253" fmla="*/ 158027 h 3834534"/>
                      <a:gd name="connsiteX254" fmla="*/ 2881884 w 4890050"/>
                      <a:gd name="connsiteY254" fmla="*/ 0 h 3834534"/>
                      <a:gd name="connsiteX255" fmla="*/ 2879296 w 4890050"/>
                      <a:gd name="connsiteY255" fmla="*/ 0 h 3834534"/>
                      <a:gd name="connsiteX256" fmla="*/ 2879296 w 4890050"/>
                      <a:gd name="connsiteY256" fmla="*/ 158219 h 3834534"/>
                      <a:gd name="connsiteX257" fmla="*/ 2868932 w 4890050"/>
                      <a:gd name="connsiteY257" fmla="*/ 169441 h 3834534"/>
                      <a:gd name="connsiteX258" fmla="*/ 2630646 w 4890050"/>
                      <a:gd name="connsiteY258" fmla="*/ 169441 h 3834534"/>
                      <a:gd name="connsiteX259" fmla="*/ 2620081 w 4890050"/>
                      <a:gd name="connsiteY259" fmla="*/ 157993 h 3834534"/>
                      <a:gd name="connsiteX260" fmla="*/ 2620081 w 4890050"/>
                      <a:gd name="connsiteY260" fmla="*/ 0 h 3834534"/>
                      <a:gd name="connsiteX261" fmla="*/ 2617520 w 4890050"/>
                      <a:gd name="connsiteY261" fmla="*/ 0 h 3834534"/>
                      <a:gd name="connsiteX262" fmla="*/ 2617520 w 4890050"/>
                      <a:gd name="connsiteY262" fmla="*/ 158224 h 3834534"/>
                      <a:gd name="connsiteX263" fmla="*/ 2607169 w 4890050"/>
                      <a:gd name="connsiteY263" fmla="*/ 169441 h 3834534"/>
                      <a:gd name="connsiteX264" fmla="*/ 2368886 w 4890050"/>
                      <a:gd name="connsiteY264" fmla="*/ 169441 h 3834534"/>
                      <a:gd name="connsiteX265" fmla="*/ 2358329 w 4890050"/>
                      <a:gd name="connsiteY265" fmla="*/ 158018 h 3834534"/>
                      <a:gd name="connsiteX266" fmla="*/ 2358329 w 4890050"/>
                      <a:gd name="connsiteY266" fmla="*/ 0 h 3834534"/>
                      <a:gd name="connsiteX267" fmla="*/ 2355744 w 4890050"/>
                      <a:gd name="connsiteY267" fmla="*/ 0 h 3834534"/>
                      <a:gd name="connsiteX268" fmla="*/ 2355744 w 4890050"/>
                      <a:gd name="connsiteY268" fmla="*/ 158222 h 3834534"/>
                      <a:gd name="connsiteX269" fmla="*/ 2345401 w 4890050"/>
                      <a:gd name="connsiteY269" fmla="*/ 169441 h 3834534"/>
                      <a:gd name="connsiteX270" fmla="*/ 2107102 w 4890050"/>
                      <a:gd name="connsiteY270" fmla="*/ 169441 h 3834534"/>
                      <a:gd name="connsiteX271" fmla="*/ 2096575 w 4890050"/>
                      <a:gd name="connsiteY271" fmla="*/ 158034 h 3834534"/>
                      <a:gd name="connsiteX272" fmla="*/ 2096575 w 4890050"/>
                      <a:gd name="connsiteY272" fmla="*/ 0 h 3834534"/>
                      <a:gd name="connsiteX273" fmla="*/ 2094012 w 4890050"/>
                      <a:gd name="connsiteY273" fmla="*/ 0 h 3834534"/>
                      <a:gd name="connsiteX274" fmla="*/ 2094012 w 4890050"/>
                      <a:gd name="connsiteY274" fmla="*/ 158180 h 3834534"/>
                      <a:gd name="connsiteX275" fmla="*/ 2083625 w 4890050"/>
                      <a:gd name="connsiteY275" fmla="*/ 169441 h 3834534"/>
                      <a:gd name="connsiteX276" fmla="*/ 1845319 w 4890050"/>
                      <a:gd name="connsiteY276" fmla="*/ 169441 h 3834534"/>
                      <a:gd name="connsiteX277" fmla="*/ 1834815 w 4890050"/>
                      <a:gd name="connsiteY277" fmla="*/ 158058 h 3834534"/>
                      <a:gd name="connsiteX278" fmla="*/ 1834815 w 4890050"/>
                      <a:gd name="connsiteY278" fmla="*/ 0 h 3834534"/>
                      <a:gd name="connsiteX279" fmla="*/ 1832233 w 4890050"/>
                      <a:gd name="connsiteY279" fmla="*/ 0 h 3834534"/>
                      <a:gd name="connsiteX280" fmla="*/ 1832233 w 4890050"/>
                      <a:gd name="connsiteY280" fmla="*/ 158185 h 3834534"/>
                      <a:gd name="connsiteX281" fmla="*/ 1821844 w 4890050"/>
                      <a:gd name="connsiteY281" fmla="*/ 169441 h 3834534"/>
                      <a:gd name="connsiteX282" fmla="*/ 1583564 w 4890050"/>
                      <a:gd name="connsiteY282" fmla="*/ 169441 h 3834534"/>
                      <a:gd name="connsiteX283" fmla="*/ 1573040 w 4890050"/>
                      <a:gd name="connsiteY283" fmla="*/ 158035 h 3834534"/>
                      <a:gd name="connsiteX284" fmla="*/ 1573040 w 4890050"/>
                      <a:gd name="connsiteY284" fmla="*/ 0 h 3834534"/>
                      <a:gd name="connsiteX285" fmla="*/ 1570484 w 4890050"/>
                      <a:gd name="connsiteY285" fmla="*/ 0 h 3834534"/>
                      <a:gd name="connsiteX286" fmla="*/ 1570484 w 4890050"/>
                      <a:gd name="connsiteY286" fmla="*/ 158178 h 3834534"/>
                      <a:gd name="connsiteX287" fmla="*/ 1560085 w 4890050"/>
                      <a:gd name="connsiteY287" fmla="*/ 169441 h 3834534"/>
                      <a:gd name="connsiteX288" fmla="*/ 1321801 w 4890050"/>
                      <a:gd name="connsiteY288" fmla="*/ 169441 h 3834534"/>
                      <a:gd name="connsiteX289" fmla="*/ 1311283 w 4890050"/>
                      <a:gd name="connsiteY289" fmla="*/ 158052 h 3834534"/>
                      <a:gd name="connsiteX290" fmla="*/ 1311283 w 4890050"/>
                      <a:gd name="connsiteY290" fmla="*/ 0 h 3834534"/>
                      <a:gd name="connsiteX291" fmla="*/ 1308708 w 4890050"/>
                      <a:gd name="connsiteY291" fmla="*/ 0 h 3834534"/>
                      <a:gd name="connsiteX292" fmla="*/ 1308708 w 4890050"/>
                      <a:gd name="connsiteY292" fmla="*/ 158192 h 3834534"/>
                      <a:gd name="connsiteX293" fmla="*/ 1298334 w 4890050"/>
                      <a:gd name="connsiteY293" fmla="*/ 169441 h 3834534"/>
                      <a:gd name="connsiteX294" fmla="*/ 1060055 w 4890050"/>
                      <a:gd name="connsiteY294" fmla="*/ 169441 h 3834534"/>
                      <a:gd name="connsiteX295" fmla="*/ 1049557 w 4890050"/>
                      <a:gd name="connsiteY295" fmla="*/ 158066 h 3834534"/>
                      <a:gd name="connsiteX296" fmla="*/ 1049557 w 4890050"/>
                      <a:gd name="connsiteY296" fmla="*/ 0 h 3834534"/>
                      <a:gd name="connsiteX297" fmla="*/ 1046974 w 4890050"/>
                      <a:gd name="connsiteY297" fmla="*/ 0 h 3834534"/>
                      <a:gd name="connsiteX298" fmla="*/ 1046974 w 4890050"/>
                      <a:gd name="connsiteY298" fmla="*/ 158175 h 3834534"/>
                      <a:gd name="connsiteX299" fmla="*/ 1036571 w 4890050"/>
                      <a:gd name="connsiteY299" fmla="*/ 169441 h 3834534"/>
                      <a:gd name="connsiteX300" fmla="*/ 798333 w 4890050"/>
                      <a:gd name="connsiteY300" fmla="*/ 169441 h 3834534"/>
                      <a:gd name="connsiteX301" fmla="*/ 787885 w 4890050"/>
                      <a:gd name="connsiteY301" fmla="*/ 158122 h 3834534"/>
                      <a:gd name="connsiteX302" fmla="*/ 787885 w 4890050"/>
                      <a:gd name="connsiteY302" fmla="*/ 0 h 3834534"/>
                      <a:gd name="connsiteX303" fmla="*/ 785301 w 4890050"/>
                      <a:gd name="connsiteY303" fmla="*/ 0 h 3834534"/>
                      <a:gd name="connsiteX304" fmla="*/ 785301 w 4890050"/>
                      <a:gd name="connsiteY304" fmla="*/ 158122 h 3834534"/>
                      <a:gd name="connsiteX305" fmla="*/ 774854 w 4890050"/>
                      <a:gd name="connsiteY305" fmla="*/ 169441 h 3834534"/>
                      <a:gd name="connsiteX306" fmla="*/ 536565 w 4890050"/>
                      <a:gd name="connsiteY306" fmla="*/ 169441 h 3834534"/>
                      <a:gd name="connsiteX307" fmla="*/ 526116 w 4890050"/>
                      <a:gd name="connsiteY307" fmla="*/ 158122 h 3834534"/>
                      <a:gd name="connsiteX308" fmla="*/ 526116 w 4890050"/>
                      <a:gd name="connsiteY308" fmla="*/ 0 h 3834534"/>
                      <a:gd name="connsiteX309" fmla="*/ 523535 w 4890050"/>
                      <a:gd name="connsiteY309" fmla="*/ 0 h 3834534"/>
                      <a:gd name="connsiteX310" fmla="*/ 523535 w 4890050"/>
                      <a:gd name="connsiteY310" fmla="*/ 158122 h 3834534"/>
                      <a:gd name="connsiteX311" fmla="*/ 513086 w 4890050"/>
                      <a:gd name="connsiteY311" fmla="*/ 169441 h 3834534"/>
                      <a:gd name="connsiteX312" fmla="*/ 274769 w 4890050"/>
                      <a:gd name="connsiteY312" fmla="*/ 169441 h 3834534"/>
                      <a:gd name="connsiteX313" fmla="*/ 264349 w 4890050"/>
                      <a:gd name="connsiteY313" fmla="*/ 158152 h 3834534"/>
                      <a:gd name="connsiteX314" fmla="*/ 264349 w 4890050"/>
                      <a:gd name="connsiteY314" fmla="*/ 0 h 3834534"/>
                      <a:gd name="connsiteX315" fmla="*/ 261767 w 4890050"/>
                      <a:gd name="connsiteY315" fmla="*/ 0 h 3834534"/>
                      <a:gd name="connsiteX316" fmla="*/ 261767 w 4890050"/>
                      <a:gd name="connsiteY316" fmla="*/ 158091 h 3834534"/>
                      <a:gd name="connsiteX317" fmla="*/ 251291 w 4890050"/>
                      <a:gd name="connsiteY317" fmla="*/ 169441 h 3834534"/>
                      <a:gd name="connsiteX318" fmla="*/ 67161 w 4890050"/>
                      <a:gd name="connsiteY318" fmla="*/ 169441 h 3834534"/>
                      <a:gd name="connsiteX319" fmla="*/ 67161 w 4890050"/>
                      <a:gd name="connsiteY319" fmla="*/ 172224 h 3834534"/>
                      <a:gd name="connsiteX320" fmla="*/ 251294 w 4890050"/>
                      <a:gd name="connsiteY320" fmla="*/ 172224 h 3834534"/>
                      <a:gd name="connsiteX321" fmla="*/ 261767 w 4890050"/>
                      <a:gd name="connsiteY321" fmla="*/ 183573 h 3834534"/>
                      <a:gd name="connsiteX322" fmla="*/ 261767 w 4890050"/>
                      <a:gd name="connsiteY322" fmla="*/ 441841 h 3834534"/>
                      <a:gd name="connsiteX323" fmla="*/ 251289 w 4890050"/>
                      <a:gd name="connsiteY323" fmla="*/ 453190 h 3834534"/>
                      <a:gd name="connsiteX324" fmla="*/ 67161 w 4890050"/>
                      <a:gd name="connsiteY324" fmla="*/ 453190 h 3834534"/>
                      <a:gd name="connsiteX325" fmla="*/ 67161 w 4890050"/>
                      <a:gd name="connsiteY325" fmla="*/ 455974 h 3834534"/>
                      <a:gd name="connsiteX326" fmla="*/ 251294 w 4890050"/>
                      <a:gd name="connsiteY326" fmla="*/ 455974 h 3834534"/>
                      <a:gd name="connsiteX327" fmla="*/ 261767 w 4890050"/>
                      <a:gd name="connsiteY327" fmla="*/ 467322 h 3834534"/>
                      <a:gd name="connsiteX328" fmla="*/ 261767 w 4890050"/>
                      <a:gd name="connsiteY328" fmla="*/ 561322 h 3834534"/>
                      <a:gd name="connsiteX329" fmla="*/ 264349 w 4890050"/>
                      <a:gd name="connsiteY329" fmla="*/ 561322 h 3834534"/>
                      <a:gd name="connsiteX330" fmla="*/ 264349 w 4890050"/>
                      <a:gd name="connsiteY330" fmla="*/ 467261 h 3834534"/>
                      <a:gd name="connsiteX331" fmla="*/ 274765 w 4890050"/>
                      <a:gd name="connsiteY331" fmla="*/ 455974 h 3834534"/>
                      <a:gd name="connsiteX332" fmla="*/ 513089 w 4890050"/>
                      <a:gd name="connsiteY332" fmla="*/ 455974 h 3834534"/>
                      <a:gd name="connsiteX333" fmla="*/ 523535 w 4890050"/>
                      <a:gd name="connsiteY333" fmla="*/ 467290 h 3834534"/>
                      <a:gd name="connsiteX334" fmla="*/ 523535 w 4890050"/>
                      <a:gd name="connsiteY334" fmla="*/ 561322 h 3834534"/>
                      <a:gd name="connsiteX335" fmla="*/ 526116 w 4890050"/>
                      <a:gd name="connsiteY335" fmla="*/ 561322 h 3834534"/>
                      <a:gd name="connsiteX336" fmla="*/ 526116 w 4890050"/>
                      <a:gd name="connsiteY336" fmla="*/ 467290 h 3834534"/>
                      <a:gd name="connsiteX337" fmla="*/ 536562 w 4890050"/>
                      <a:gd name="connsiteY337" fmla="*/ 455974 h 3834534"/>
                      <a:gd name="connsiteX338" fmla="*/ 774856 w 4890050"/>
                      <a:gd name="connsiteY338" fmla="*/ 455974 h 3834534"/>
                      <a:gd name="connsiteX339" fmla="*/ 785301 w 4890050"/>
                      <a:gd name="connsiteY339" fmla="*/ 467290 h 3834534"/>
                      <a:gd name="connsiteX340" fmla="*/ 785301 w 4890050"/>
                      <a:gd name="connsiteY340" fmla="*/ 561322 h 3834534"/>
                      <a:gd name="connsiteX341" fmla="*/ 787885 w 4890050"/>
                      <a:gd name="connsiteY341" fmla="*/ 561322 h 3834534"/>
                      <a:gd name="connsiteX342" fmla="*/ 787885 w 4890050"/>
                      <a:gd name="connsiteY342" fmla="*/ 467290 h 3834534"/>
                      <a:gd name="connsiteX343" fmla="*/ 798330 w 4890050"/>
                      <a:gd name="connsiteY343" fmla="*/ 455974 h 3834534"/>
                      <a:gd name="connsiteX344" fmla="*/ 1036577 w 4890050"/>
                      <a:gd name="connsiteY344" fmla="*/ 455974 h 3834534"/>
                      <a:gd name="connsiteX345" fmla="*/ 1046980 w 4890050"/>
                      <a:gd name="connsiteY345" fmla="*/ 467241 h 3834534"/>
                      <a:gd name="connsiteX346" fmla="*/ 1046980 w 4890050"/>
                      <a:gd name="connsiteY346" fmla="*/ 561322 h 3834534"/>
                      <a:gd name="connsiteX347" fmla="*/ 1049562 w 4890050"/>
                      <a:gd name="connsiteY347" fmla="*/ 561322 h 3834534"/>
                      <a:gd name="connsiteX348" fmla="*/ 1049562 w 4890050"/>
                      <a:gd name="connsiteY348" fmla="*/ 467343 h 3834534"/>
                      <a:gd name="connsiteX349" fmla="*/ 1060055 w 4890050"/>
                      <a:gd name="connsiteY349" fmla="*/ 455974 h 3834534"/>
                      <a:gd name="connsiteX350" fmla="*/ 1298334 w 4890050"/>
                      <a:gd name="connsiteY350" fmla="*/ 455974 h 3834534"/>
                      <a:gd name="connsiteX351" fmla="*/ 1308721 w 4890050"/>
                      <a:gd name="connsiteY351" fmla="*/ 467227 h 3834534"/>
                      <a:gd name="connsiteX352" fmla="*/ 1308721 w 4890050"/>
                      <a:gd name="connsiteY352" fmla="*/ 561322 h 3834534"/>
                      <a:gd name="connsiteX353" fmla="*/ 1311306 w 4890050"/>
                      <a:gd name="connsiteY353" fmla="*/ 561322 h 3834534"/>
                      <a:gd name="connsiteX354" fmla="*/ 1311306 w 4890050"/>
                      <a:gd name="connsiteY354" fmla="*/ 467353 h 3834534"/>
                      <a:gd name="connsiteX355" fmla="*/ 1321801 w 4890050"/>
                      <a:gd name="connsiteY355" fmla="*/ 455974 h 3834534"/>
                      <a:gd name="connsiteX356" fmla="*/ 1560093 w 4890050"/>
                      <a:gd name="connsiteY356" fmla="*/ 455974 h 3834534"/>
                      <a:gd name="connsiteX357" fmla="*/ 1570491 w 4890050"/>
                      <a:gd name="connsiteY357" fmla="*/ 467239 h 3834534"/>
                      <a:gd name="connsiteX358" fmla="*/ 1570491 w 4890050"/>
                      <a:gd name="connsiteY358" fmla="*/ 561322 h 3834534"/>
                      <a:gd name="connsiteX359" fmla="*/ 1573045 w 4890050"/>
                      <a:gd name="connsiteY359" fmla="*/ 561322 h 3834534"/>
                      <a:gd name="connsiteX360" fmla="*/ 1573045 w 4890050"/>
                      <a:gd name="connsiteY360" fmla="*/ 467374 h 3834534"/>
                      <a:gd name="connsiteX361" fmla="*/ 1583565 w 4890050"/>
                      <a:gd name="connsiteY361" fmla="*/ 455974 h 3834534"/>
                      <a:gd name="connsiteX362" fmla="*/ 1821854 w 4890050"/>
                      <a:gd name="connsiteY362" fmla="*/ 455974 h 3834534"/>
                      <a:gd name="connsiteX363" fmla="*/ 1832241 w 4890050"/>
                      <a:gd name="connsiteY363" fmla="*/ 467233 h 3834534"/>
                      <a:gd name="connsiteX364" fmla="*/ 1832241 w 4890050"/>
                      <a:gd name="connsiteY364" fmla="*/ 561322 h 3834534"/>
                      <a:gd name="connsiteX365" fmla="*/ 1834826 w 4890050"/>
                      <a:gd name="connsiteY365" fmla="*/ 561322 h 3834534"/>
                      <a:gd name="connsiteX366" fmla="*/ 1834826 w 4890050"/>
                      <a:gd name="connsiteY366" fmla="*/ 467350 h 3834534"/>
                      <a:gd name="connsiteX367" fmla="*/ 1845322 w 4890050"/>
                      <a:gd name="connsiteY367" fmla="*/ 455974 h 3834534"/>
                      <a:gd name="connsiteX368" fmla="*/ 2083631 w 4890050"/>
                      <a:gd name="connsiteY368" fmla="*/ 455974 h 3834534"/>
                      <a:gd name="connsiteX369" fmla="*/ 2094024 w 4890050"/>
                      <a:gd name="connsiteY369" fmla="*/ 467239 h 3834534"/>
                      <a:gd name="connsiteX370" fmla="*/ 2094024 w 4890050"/>
                      <a:gd name="connsiteY370" fmla="*/ 561322 h 3834534"/>
                      <a:gd name="connsiteX371" fmla="*/ 2096583 w 4890050"/>
                      <a:gd name="connsiteY371" fmla="*/ 561322 h 3834534"/>
                      <a:gd name="connsiteX372" fmla="*/ 2096583 w 4890050"/>
                      <a:gd name="connsiteY372" fmla="*/ 467373 h 3834534"/>
                      <a:gd name="connsiteX373" fmla="*/ 2107102 w 4890050"/>
                      <a:gd name="connsiteY373" fmla="*/ 455974 h 3834534"/>
                      <a:gd name="connsiteX374" fmla="*/ 2345407 w 4890050"/>
                      <a:gd name="connsiteY374" fmla="*/ 455974 h 3834534"/>
                      <a:gd name="connsiteX375" fmla="*/ 2355756 w 4890050"/>
                      <a:gd name="connsiteY375" fmla="*/ 467196 h 3834534"/>
                      <a:gd name="connsiteX376" fmla="*/ 2355756 w 4890050"/>
                      <a:gd name="connsiteY376" fmla="*/ 561322 h 3834534"/>
                      <a:gd name="connsiteX377" fmla="*/ 2358343 w 4890050"/>
                      <a:gd name="connsiteY377" fmla="*/ 561322 h 3834534"/>
                      <a:gd name="connsiteX378" fmla="*/ 2358343 w 4890050"/>
                      <a:gd name="connsiteY378" fmla="*/ 467388 h 3834534"/>
                      <a:gd name="connsiteX379" fmla="*/ 2368886 w 4890050"/>
                      <a:gd name="connsiteY379" fmla="*/ 455974 h 3834534"/>
                      <a:gd name="connsiteX380" fmla="*/ 2607176 w 4890050"/>
                      <a:gd name="connsiteY380" fmla="*/ 455974 h 3834534"/>
                      <a:gd name="connsiteX381" fmla="*/ 2617528 w 4890050"/>
                      <a:gd name="connsiteY381" fmla="*/ 467192 h 3834534"/>
                      <a:gd name="connsiteX382" fmla="*/ 2617528 w 4890050"/>
                      <a:gd name="connsiteY382" fmla="*/ 561322 h 3834534"/>
                      <a:gd name="connsiteX383" fmla="*/ 2620089 w 4890050"/>
                      <a:gd name="connsiteY383" fmla="*/ 561322 h 3834534"/>
                      <a:gd name="connsiteX384" fmla="*/ 2620089 w 4890050"/>
                      <a:gd name="connsiteY384" fmla="*/ 467416 h 3834534"/>
                      <a:gd name="connsiteX385" fmla="*/ 2630648 w 4890050"/>
                      <a:gd name="connsiteY385" fmla="*/ 455974 h 3834534"/>
                      <a:gd name="connsiteX386" fmla="*/ 2868947 w 4890050"/>
                      <a:gd name="connsiteY386" fmla="*/ 455974 h 3834534"/>
                      <a:gd name="connsiteX387" fmla="*/ 2879310 w 4890050"/>
                      <a:gd name="connsiteY387" fmla="*/ 467199 h 3834534"/>
                      <a:gd name="connsiteX388" fmla="*/ 2879310 w 4890050"/>
                      <a:gd name="connsiteY388" fmla="*/ 561322 h 3834534"/>
                      <a:gd name="connsiteX389" fmla="*/ 2881890 w 4890050"/>
                      <a:gd name="connsiteY389" fmla="*/ 561322 h 3834534"/>
                      <a:gd name="connsiteX390" fmla="*/ 2881890 w 4890050"/>
                      <a:gd name="connsiteY390" fmla="*/ 467381 h 3834534"/>
                      <a:gd name="connsiteX391" fmla="*/ 2892420 w 4890050"/>
                      <a:gd name="connsiteY391" fmla="*/ 455974 h 3834534"/>
                      <a:gd name="connsiteX392" fmla="*/ 3130715 w 4890050"/>
                      <a:gd name="connsiteY392" fmla="*/ 455974 h 3834534"/>
                      <a:gd name="connsiteX393" fmla="*/ 3141077 w 4890050"/>
                      <a:gd name="connsiteY393" fmla="*/ 467199 h 3834534"/>
                      <a:gd name="connsiteX394" fmla="*/ 3141077 w 4890050"/>
                      <a:gd name="connsiteY394" fmla="*/ 561322 h 3834534"/>
                      <a:gd name="connsiteX395" fmla="*/ 3143659 w 4890050"/>
                      <a:gd name="connsiteY395" fmla="*/ 561322 h 3834534"/>
                      <a:gd name="connsiteX396" fmla="*/ 3143659 w 4890050"/>
                      <a:gd name="connsiteY396" fmla="*/ 467382 h 3834534"/>
                      <a:gd name="connsiteX397" fmla="*/ 3154191 w 4890050"/>
                      <a:gd name="connsiteY397" fmla="*/ 455974 h 3834534"/>
                      <a:gd name="connsiteX398" fmla="*/ 3392489 w 4890050"/>
                      <a:gd name="connsiteY398" fmla="*/ 455974 h 3834534"/>
                      <a:gd name="connsiteX399" fmla="*/ 3402877 w 4890050"/>
                      <a:gd name="connsiteY399" fmla="*/ 467229 h 3834534"/>
                      <a:gd name="connsiteX400" fmla="*/ 3402877 w 4890050"/>
                      <a:gd name="connsiteY400" fmla="*/ 561322 h 3834534"/>
                      <a:gd name="connsiteX401" fmla="*/ 3405432 w 4890050"/>
                      <a:gd name="connsiteY401" fmla="*/ 561322 h 3834534"/>
                      <a:gd name="connsiteX402" fmla="*/ 3405432 w 4890050"/>
                      <a:gd name="connsiteY402" fmla="*/ 467382 h 3834534"/>
                      <a:gd name="connsiteX403" fmla="*/ 3415964 w 4890050"/>
                      <a:gd name="connsiteY403" fmla="*/ 455974 h 3834534"/>
                      <a:gd name="connsiteX404" fmla="*/ 3654248 w 4890050"/>
                      <a:gd name="connsiteY404" fmla="*/ 455974 h 3834534"/>
                      <a:gd name="connsiteX405" fmla="*/ 3664630 w 4890050"/>
                      <a:gd name="connsiteY405" fmla="*/ 467222 h 3834534"/>
                      <a:gd name="connsiteX406" fmla="*/ 3664630 w 4890050"/>
                      <a:gd name="connsiteY406" fmla="*/ 561322 h 3834534"/>
                      <a:gd name="connsiteX407" fmla="*/ 3667188 w 4890050"/>
                      <a:gd name="connsiteY407" fmla="*/ 561322 h 3834534"/>
                      <a:gd name="connsiteX408" fmla="*/ 3667188 w 4890050"/>
                      <a:gd name="connsiteY408" fmla="*/ 467388 h 3834534"/>
                      <a:gd name="connsiteX409" fmla="*/ 3677723 w 4890050"/>
                      <a:gd name="connsiteY409" fmla="*/ 455974 h 3834534"/>
                      <a:gd name="connsiteX410" fmla="*/ 3916028 w 4890050"/>
                      <a:gd name="connsiteY410" fmla="*/ 455974 h 3834534"/>
                      <a:gd name="connsiteX411" fmla="*/ 3926418 w 4890050"/>
                      <a:gd name="connsiteY411" fmla="*/ 467229 h 3834534"/>
                      <a:gd name="connsiteX412" fmla="*/ 3926418 w 4890050"/>
                      <a:gd name="connsiteY412" fmla="*/ 561322 h 3834534"/>
                      <a:gd name="connsiteX413" fmla="*/ 3928977 w 4890050"/>
                      <a:gd name="connsiteY413" fmla="*/ 561322 h 3834534"/>
                      <a:gd name="connsiteX414" fmla="*/ 3928977 w 4890050"/>
                      <a:gd name="connsiteY414" fmla="*/ 467381 h 3834534"/>
                      <a:gd name="connsiteX415" fmla="*/ 3939498 w 4890050"/>
                      <a:gd name="connsiteY415" fmla="*/ 455974 h 3834534"/>
                      <a:gd name="connsiteX416" fmla="*/ 4177815 w 4890050"/>
                      <a:gd name="connsiteY416" fmla="*/ 455974 h 3834534"/>
                      <a:gd name="connsiteX417" fmla="*/ 4188170 w 4890050"/>
                      <a:gd name="connsiteY417" fmla="*/ 467193 h 3834534"/>
                      <a:gd name="connsiteX418" fmla="*/ 4188170 w 4890050"/>
                      <a:gd name="connsiteY418" fmla="*/ 561322 h 3834534"/>
                      <a:gd name="connsiteX419" fmla="*/ 4190725 w 4890050"/>
                      <a:gd name="connsiteY419" fmla="*/ 561322 h 3834534"/>
                      <a:gd name="connsiteX420" fmla="*/ 4190725 w 4890050"/>
                      <a:gd name="connsiteY420" fmla="*/ 467419 h 3834534"/>
                      <a:gd name="connsiteX421" fmla="*/ 4201292 w 4890050"/>
                      <a:gd name="connsiteY421" fmla="*/ 455974 h 3834534"/>
                      <a:gd name="connsiteX422" fmla="*/ 4439575 w 4890050"/>
                      <a:gd name="connsiteY422" fmla="*/ 455974 h 3834534"/>
                      <a:gd name="connsiteX423" fmla="*/ 4449923 w 4890050"/>
                      <a:gd name="connsiteY423" fmla="*/ 467187 h 3834534"/>
                      <a:gd name="connsiteX424" fmla="*/ 4449923 w 4890050"/>
                      <a:gd name="connsiteY424" fmla="*/ 561322 h 3834534"/>
                      <a:gd name="connsiteX425" fmla="*/ 4452505 w 4890050"/>
                      <a:gd name="connsiteY425" fmla="*/ 561322 h 3834534"/>
                      <a:gd name="connsiteX426" fmla="*/ 4452505 w 4890050"/>
                      <a:gd name="connsiteY426" fmla="*/ 467395 h 3834534"/>
                      <a:gd name="connsiteX427" fmla="*/ 4463047 w 4890050"/>
                      <a:gd name="connsiteY427" fmla="*/ 455974 h 3834534"/>
                      <a:gd name="connsiteX428" fmla="*/ 4701350 w 4890050"/>
                      <a:gd name="connsiteY428" fmla="*/ 455974 h 3834534"/>
                      <a:gd name="connsiteX429" fmla="*/ 4711706 w 4890050"/>
                      <a:gd name="connsiteY429" fmla="*/ 467193 h 3834534"/>
                      <a:gd name="connsiteX430" fmla="*/ 4711706 w 4890050"/>
                      <a:gd name="connsiteY430" fmla="*/ 561322 h 3834534"/>
                      <a:gd name="connsiteX431" fmla="*/ 4714289 w 4890050"/>
                      <a:gd name="connsiteY431" fmla="*/ 561322 h 3834534"/>
                      <a:gd name="connsiteX432" fmla="*/ 4714289 w 4890050"/>
                      <a:gd name="connsiteY432" fmla="*/ 467388 h 3834534"/>
                      <a:gd name="connsiteX433" fmla="*/ 4724825 w 4890050"/>
                      <a:gd name="connsiteY433" fmla="*/ 455974 h 3834534"/>
                      <a:gd name="connsiteX434" fmla="*/ 4890050 w 4890050"/>
                      <a:gd name="connsiteY434" fmla="*/ 455974 h 3834534"/>
                      <a:gd name="connsiteX435" fmla="*/ 4890044 w 4890050"/>
                      <a:gd name="connsiteY435" fmla="*/ 453190 h 3834534"/>
                      <a:gd name="connsiteX436" fmla="*/ 4724828 w 4890050"/>
                      <a:gd name="connsiteY436" fmla="*/ 453190 h 3834534"/>
                      <a:gd name="connsiteX437" fmla="*/ 4714285 w 4890050"/>
                      <a:gd name="connsiteY437" fmla="*/ 441769 h 3834534"/>
                      <a:gd name="connsiteX438" fmla="*/ 4714285 w 4890050"/>
                      <a:gd name="connsiteY438" fmla="*/ 183638 h 3834534"/>
                      <a:gd name="connsiteX439" fmla="*/ 4724821 w 4890050"/>
                      <a:gd name="connsiteY439" fmla="*/ 172224 h 3834534"/>
                      <a:gd name="connsiteX440" fmla="*/ 4889400 w 4890050"/>
                      <a:gd name="connsiteY440" fmla="*/ 172224 h 3834534"/>
                      <a:gd name="connsiteX441" fmla="*/ 4889394 w 4890050"/>
                      <a:gd name="connsiteY441" fmla="*/ 169441 h 3834534"/>
                      <a:gd name="connsiteX442" fmla="*/ 4724823 w 4890050"/>
                      <a:gd name="connsiteY442" fmla="*/ 169441 h 3834534"/>
                      <a:gd name="connsiteX443" fmla="*/ 4714281 w 4890050"/>
                      <a:gd name="connsiteY443" fmla="*/ 158018 h 3834534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  <a:cxn ang="0">
                        <a:pos x="connsiteX28" y="connsiteY28"/>
                      </a:cxn>
                      <a:cxn ang="0">
                        <a:pos x="connsiteX29" y="connsiteY29"/>
                      </a:cxn>
                      <a:cxn ang="0">
                        <a:pos x="connsiteX30" y="connsiteY30"/>
                      </a:cxn>
                      <a:cxn ang="0">
                        <a:pos x="connsiteX31" y="connsiteY31"/>
                      </a:cxn>
                      <a:cxn ang="0">
                        <a:pos x="connsiteX32" y="connsiteY32"/>
                      </a:cxn>
                      <a:cxn ang="0">
                        <a:pos x="connsiteX33" y="connsiteY33"/>
                      </a:cxn>
                      <a:cxn ang="0">
                        <a:pos x="connsiteX34" y="connsiteY34"/>
                      </a:cxn>
                      <a:cxn ang="0">
                        <a:pos x="connsiteX35" y="connsiteY35"/>
                      </a:cxn>
                      <a:cxn ang="0">
                        <a:pos x="connsiteX36" y="connsiteY36"/>
                      </a:cxn>
                      <a:cxn ang="0">
                        <a:pos x="connsiteX37" y="connsiteY37"/>
                      </a:cxn>
                      <a:cxn ang="0">
                        <a:pos x="connsiteX38" y="connsiteY38"/>
                      </a:cxn>
                      <a:cxn ang="0">
                        <a:pos x="connsiteX39" y="connsiteY39"/>
                      </a:cxn>
                      <a:cxn ang="0">
                        <a:pos x="connsiteX40" y="connsiteY40"/>
                      </a:cxn>
                      <a:cxn ang="0">
                        <a:pos x="connsiteX41" y="connsiteY41"/>
                      </a:cxn>
                      <a:cxn ang="0">
                        <a:pos x="connsiteX42" y="connsiteY42"/>
                      </a:cxn>
                      <a:cxn ang="0">
                        <a:pos x="connsiteX43" y="connsiteY43"/>
                      </a:cxn>
                      <a:cxn ang="0">
                        <a:pos x="connsiteX44" y="connsiteY44"/>
                      </a:cxn>
                      <a:cxn ang="0">
                        <a:pos x="connsiteX45" y="connsiteY45"/>
                      </a:cxn>
                      <a:cxn ang="0">
                        <a:pos x="connsiteX46" y="connsiteY46"/>
                      </a:cxn>
                      <a:cxn ang="0">
                        <a:pos x="connsiteX47" y="connsiteY47"/>
                      </a:cxn>
                      <a:cxn ang="0">
                        <a:pos x="connsiteX48" y="connsiteY48"/>
                      </a:cxn>
                      <a:cxn ang="0">
                        <a:pos x="connsiteX49" y="connsiteY49"/>
                      </a:cxn>
                      <a:cxn ang="0">
                        <a:pos x="connsiteX50" y="connsiteY50"/>
                      </a:cxn>
                      <a:cxn ang="0">
                        <a:pos x="connsiteX51" y="connsiteY51"/>
                      </a:cxn>
                      <a:cxn ang="0">
                        <a:pos x="connsiteX52" y="connsiteY52"/>
                      </a:cxn>
                      <a:cxn ang="0">
                        <a:pos x="connsiteX53" y="connsiteY53"/>
                      </a:cxn>
                      <a:cxn ang="0">
                        <a:pos x="connsiteX54" y="connsiteY54"/>
                      </a:cxn>
                      <a:cxn ang="0">
                        <a:pos x="connsiteX55" y="connsiteY55"/>
                      </a:cxn>
                      <a:cxn ang="0">
                        <a:pos x="connsiteX56" y="connsiteY56"/>
                      </a:cxn>
                      <a:cxn ang="0">
                        <a:pos x="connsiteX57" y="connsiteY57"/>
                      </a:cxn>
                      <a:cxn ang="0">
                        <a:pos x="connsiteX58" y="connsiteY58"/>
                      </a:cxn>
                      <a:cxn ang="0">
                        <a:pos x="connsiteX59" y="connsiteY59"/>
                      </a:cxn>
                      <a:cxn ang="0">
                        <a:pos x="connsiteX60" y="connsiteY60"/>
                      </a:cxn>
                      <a:cxn ang="0">
                        <a:pos x="connsiteX61" y="connsiteY61"/>
                      </a:cxn>
                      <a:cxn ang="0">
                        <a:pos x="connsiteX62" y="connsiteY62"/>
                      </a:cxn>
                      <a:cxn ang="0">
                        <a:pos x="connsiteX63" y="connsiteY63"/>
                      </a:cxn>
                      <a:cxn ang="0">
                        <a:pos x="connsiteX64" y="connsiteY64"/>
                      </a:cxn>
                      <a:cxn ang="0">
                        <a:pos x="connsiteX65" y="connsiteY65"/>
                      </a:cxn>
                      <a:cxn ang="0">
                        <a:pos x="connsiteX66" y="connsiteY66"/>
                      </a:cxn>
                      <a:cxn ang="0">
                        <a:pos x="connsiteX67" y="connsiteY67"/>
                      </a:cxn>
                      <a:cxn ang="0">
                        <a:pos x="connsiteX68" y="connsiteY68"/>
                      </a:cxn>
                      <a:cxn ang="0">
                        <a:pos x="connsiteX69" y="connsiteY69"/>
                      </a:cxn>
                      <a:cxn ang="0">
                        <a:pos x="connsiteX70" y="connsiteY70"/>
                      </a:cxn>
                      <a:cxn ang="0">
                        <a:pos x="connsiteX71" y="connsiteY71"/>
                      </a:cxn>
                      <a:cxn ang="0">
                        <a:pos x="connsiteX72" y="connsiteY72"/>
                      </a:cxn>
                      <a:cxn ang="0">
                        <a:pos x="connsiteX73" y="connsiteY73"/>
                      </a:cxn>
                      <a:cxn ang="0">
                        <a:pos x="connsiteX74" y="connsiteY74"/>
                      </a:cxn>
                      <a:cxn ang="0">
                        <a:pos x="connsiteX75" y="connsiteY75"/>
                      </a:cxn>
                      <a:cxn ang="0">
                        <a:pos x="connsiteX76" y="connsiteY76"/>
                      </a:cxn>
                      <a:cxn ang="0">
                        <a:pos x="connsiteX77" y="connsiteY77"/>
                      </a:cxn>
                      <a:cxn ang="0">
                        <a:pos x="connsiteX78" y="connsiteY78"/>
                      </a:cxn>
                      <a:cxn ang="0">
                        <a:pos x="connsiteX79" y="connsiteY79"/>
                      </a:cxn>
                      <a:cxn ang="0">
                        <a:pos x="connsiteX80" y="connsiteY80"/>
                      </a:cxn>
                      <a:cxn ang="0">
                        <a:pos x="connsiteX81" y="connsiteY81"/>
                      </a:cxn>
                      <a:cxn ang="0">
                        <a:pos x="connsiteX82" y="connsiteY82"/>
                      </a:cxn>
                      <a:cxn ang="0">
                        <a:pos x="connsiteX83" y="connsiteY83"/>
                      </a:cxn>
                      <a:cxn ang="0">
                        <a:pos x="connsiteX84" y="connsiteY84"/>
                      </a:cxn>
                      <a:cxn ang="0">
                        <a:pos x="connsiteX85" y="connsiteY85"/>
                      </a:cxn>
                      <a:cxn ang="0">
                        <a:pos x="connsiteX86" y="connsiteY86"/>
                      </a:cxn>
                      <a:cxn ang="0">
                        <a:pos x="connsiteX87" y="connsiteY87"/>
                      </a:cxn>
                      <a:cxn ang="0">
                        <a:pos x="connsiteX88" y="connsiteY88"/>
                      </a:cxn>
                      <a:cxn ang="0">
                        <a:pos x="connsiteX89" y="connsiteY89"/>
                      </a:cxn>
                      <a:cxn ang="0">
                        <a:pos x="connsiteX90" y="connsiteY90"/>
                      </a:cxn>
                      <a:cxn ang="0">
                        <a:pos x="connsiteX91" y="connsiteY91"/>
                      </a:cxn>
                      <a:cxn ang="0">
                        <a:pos x="connsiteX92" y="connsiteY92"/>
                      </a:cxn>
                      <a:cxn ang="0">
                        <a:pos x="connsiteX93" y="connsiteY93"/>
                      </a:cxn>
                      <a:cxn ang="0">
                        <a:pos x="connsiteX94" y="connsiteY94"/>
                      </a:cxn>
                      <a:cxn ang="0">
                        <a:pos x="connsiteX95" y="connsiteY95"/>
                      </a:cxn>
                      <a:cxn ang="0">
                        <a:pos x="connsiteX96" y="connsiteY96"/>
                      </a:cxn>
                      <a:cxn ang="0">
                        <a:pos x="connsiteX97" y="connsiteY97"/>
                      </a:cxn>
                      <a:cxn ang="0">
                        <a:pos x="connsiteX98" y="connsiteY98"/>
                      </a:cxn>
                      <a:cxn ang="0">
                        <a:pos x="connsiteX99" y="connsiteY99"/>
                      </a:cxn>
                      <a:cxn ang="0">
                        <a:pos x="connsiteX100" y="connsiteY100"/>
                      </a:cxn>
                      <a:cxn ang="0">
                        <a:pos x="connsiteX101" y="connsiteY101"/>
                      </a:cxn>
                      <a:cxn ang="0">
                        <a:pos x="connsiteX102" y="connsiteY102"/>
                      </a:cxn>
                      <a:cxn ang="0">
                        <a:pos x="connsiteX103" y="connsiteY103"/>
                      </a:cxn>
                      <a:cxn ang="0">
                        <a:pos x="connsiteX104" y="connsiteY104"/>
                      </a:cxn>
                      <a:cxn ang="0">
                        <a:pos x="connsiteX105" y="connsiteY105"/>
                      </a:cxn>
                      <a:cxn ang="0">
                        <a:pos x="connsiteX106" y="connsiteY106"/>
                      </a:cxn>
                      <a:cxn ang="0">
                        <a:pos x="connsiteX107" y="connsiteY107"/>
                      </a:cxn>
                      <a:cxn ang="0">
                        <a:pos x="connsiteX108" y="connsiteY108"/>
                      </a:cxn>
                      <a:cxn ang="0">
                        <a:pos x="connsiteX109" y="connsiteY109"/>
                      </a:cxn>
                      <a:cxn ang="0">
                        <a:pos x="connsiteX110" y="connsiteY110"/>
                      </a:cxn>
                      <a:cxn ang="0">
                        <a:pos x="connsiteX111" y="connsiteY111"/>
                      </a:cxn>
                      <a:cxn ang="0">
                        <a:pos x="connsiteX112" y="connsiteY112"/>
                      </a:cxn>
                      <a:cxn ang="0">
                        <a:pos x="connsiteX113" y="connsiteY113"/>
                      </a:cxn>
                      <a:cxn ang="0">
                        <a:pos x="connsiteX114" y="connsiteY114"/>
                      </a:cxn>
                      <a:cxn ang="0">
                        <a:pos x="connsiteX115" y="connsiteY115"/>
                      </a:cxn>
                      <a:cxn ang="0">
                        <a:pos x="connsiteX116" y="connsiteY116"/>
                      </a:cxn>
                      <a:cxn ang="0">
                        <a:pos x="connsiteX117" y="connsiteY117"/>
                      </a:cxn>
                      <a:cxn ang="0">
                        <a:pos x="connsiteX118" y="connsiteY118"/>
                      </a:cxn>
                      <a:cxn ang="0">
                        <a:pos x="connsiteX119" y="connsiteY119"/>
                      </a:cxn>
                      <a:cxn ang="0">
                        <a:pos x="connsiteX120" y="connsiteY120"/>
                      </a:cxn>
                      <a:cxn ang="0">
                        <a:pos x="connsiteX121" y="connsiteY121"/>
                      </a:cxn>
                      <a:cxn ang="0">
                        <a:pos x="connsiteX122" y="connsiteY122"/>
                      </a:cxn>
                      <a:cxn ang="0">
                        <a:pos x="connsiteX123" y="connsiteY123"/>
                      </a:cxn>
                      <a:cxn ang="0">
                        <a:pos x="connsiteX124" y="connsiteY124"/>
                      </a:cxn>
                      <a:cxn ang="0">
                        <a:pos x="connsiteX125" y="connsiteY125"/>
                      </a:cxn>
                      <a:cxn ang="0">
                        <a:pos x="connsiteX126" y="connsiteY126"/>
                      </a:cxn>
                      <a:cxn ang="0">
                        <a:pos x="connsiteX127" y="connsiteY127"/>
                      </a:cxn>
                      <a:cxn ang="0">
                        <a:pos x="connsiteX128" y="connsiteY128"/>
                      </a:cxn>
                      <a:cxn ang="0">
                        <a:pos x="connsiteX129" y="connsiteY129"/>
                      </a:cxn>
                      <a:cxn ang="0">
                        <a:pos x="connsiteX130" y="connsiteY130"/>
                      </a:cxn>
                      <a:cxn ang="0">
                        <a:pos x="connsiteX131" y="connsiteY131"/>
                      </a:cxn>
                      <a:cxn ang="0">
                        <a:pos x="connsiteX132" y="connsiteY132"/>
                      </a:cxn>
                      <a:cxn ang="0">
                        <a:pos x="connsiteX133" y="connsiteY133"/>
                      </a:cxn>
                      <a:cxn ang="0">
                        <a:pos x="connsiteX134" y="connsiteY134"/>
                      </a:cxn>
                      <a:cxn ang="0">
                        <a:pos x="connsiteX135" y="connsiteY135"/>
                      </a:cxn>
                      <a:cxn ang="0">
                        <a:pos x="connsiteX136" y="connsiteY136"/>
                      </a:cxn>
                      <a:cxn ang="0">
                        <a:pos x="connsiteX137" y="connsiteY137"/>
                      </a:cxn>
                      <a:cxn ang="0">
                        <a:pos x="connsiteX138" y="connsiteY138"/>
                      </a:cxn>
                      <a:cxn ang="0">
                        <a:pos x="connsiteX139" y="connsiteY139"/>
                      </a:cxn>
                      <a:cxn ang="0">
                        <a:pos x="connsiteX140" y="connsiteY140"/>
                      </a:cxn>
                      <a:cxn ang="0">
                        <a:pos x="connsiteX141" y="connsiteY141"/>
                      </a:cxn>
                      <a:cxn ang="0">
                        <a:pos x="connsiteX142" y="connsiteY142"/>
                      </a:cxn>
                      <a:cxn ang="0">
                        <a:pos x="connsiteX143" y="connsiteY143"/>
                      </a:cxn>
                      <a:cxn ang="0">
                        <a:pos x="connsiteX144" y="connsiteY144"/>
                      </a:cxn>
                      <a:cxn ang="0">
                        <a:pos x="connsiteX145" y="connsiteY145"/>
                      </a:cxn>
                      <a:cxn ang="0">
                        <a:pos x="connsiteX146" y="connsiteY146"/>
                      </a:cxn>
                      <a:cxn ang="0">
                        <a:pos x="connsiteX147" y="connsiteY147"/>
                      </a:cxn>
                      <a:cxn ang="0">
                        <a:pos x="connsiteX148" y="connsiteY148"/>
                      </a:cxn>
                      <a:cxn ang="0">
                        <a:pos x="connsiteX149" y="connsiteY149"/>
                      </a:cxn>
                      <a:cxn ang="0">
                        <a:pos x="connsiteX150" y="connsiteY150"/>
                      </a:cxn>
                      <a:cxn ang="0">
                        <a:pos x="connsiteX151" y="connsiteY151"/>
                      </a:cxn>
                      <a:cxn ang="0">
                        <a:pos x="connsiteX152" y="connsiteY152"/>
                      </a:cxn>
                      <a:cxn ang="0">
                        <a:pos x="connsiteX153" y="connsiteY153"/>
                      </a:cxn>
                      <a:cxn ang="0">
                        <a:pos x="connsiteX154" y="connsiteY154"/>
                      </a:cxn>
                      <a:cxn ang="0">
                        <a:pos x="connsiteX155" y="connsiteY155"/>
                      </a:cxn>
                      <a:cxn ang="0">
                        <a:pos x="connsiteX156" y="connsiteY156"/>
                      </a:cxn>
                      <a:cxn ang="0">
                        <a:pos x="connsiteX157" y="connsiteY157"/>
                      </a:cxn>
                      <a:cxn ang="0">
                        <a:pos x="connsiteX158" y="connsiteY158"/>
                      </a:cxn>
                      <a:cxn ang="0">
                        <a:pos x="connsiteX159" y="connsiteY159"/>
                      </a:cxn>
                      <a:cxn ang="0">
                        <a:pos x="connsiteX160" y="connsiteY160"/>
                      </a:cxn>
                      <a:cxn ang="0">
                        <a:pos x="connsiteX161" y="connsiteY161"/>
                      </a:cxn>
                      <a:cxn ang="0">
                        <a:pos x="connsiteX162" y="connsiteY162"/>
                      </a:cxn>
                      <a:cxn ang="0">
                        <a:pos x="connsiteX163" y="connsiteY163"/>
                      </a:cxn>
                      <a:cxn ang="0">
                        <a:pos x="connsiteX164" y="connsiteY164"/>
                      </a:cxn>
                      <a:cxn ang="0">
                        <a:pos x="connsiteX165" y="connsiteY165"/>
                      </a:cxn>
                      <a:cxn ang="0">
                        <a:pos x="connsiteX166" y="connsiteY166"/>
                      </a:cxn>
                      <a:cxn ang="0">
                        <a:pos x="connsiteX167" y="connsiteY167"/>
                      </a:cxn>
                      <a:cxn ang="0">
                        <a:pos x="connsiteX168" y="connsiteY168"/>
                      </a:cxn>
                      <a:cxn ang="0">
                        <a:pos x="connsiteX169" y="connsiteY169"/>
                      </a:cxn>
                      <a:cxn ang="0">
                        <a:pos x="connsiteX170" y="connsiteY170"/>
                      </a:cxn>
                      <a:cxn ang="0">
                        <a:pos x="connsiteX171" y="connsiteY171"/>
                      </a:cxn>
                      <a:cxn ang="0">
                        <a:pos x="connsiteX172" y="connsiteY172"/>
                      </a:cxn>
                      <a:cxn ang="0">
                        <a:pos x="connsiteX173" y="connsiteY173"/>
                      </a:cxn>
                      <a:cxn ang="0">
                        <a:pos x="connsiteX174" y="connsiteY174"/>
                      </a:cxn>
                      <a:cxn ang="0">
                        <a:pos x="connsiteX175" y="connsiteY175"/>
                      </a:cxn>
                      <a:cxn ang="0">
                        <a:pos x="connsiteX176" y="connsiteY176"/>
                      </a:cxn>
                      <a:cxn ang="0">
                        <a:pos x="connsiteX177" y="connsiteY177"/>
                      </a:cxn>
                      <a:cxn ang="0">
                        <a:pos x="connsiteX178" y="connsiteY178"/>
                      </a:cxn>
                      <a:cxn ang="0">
                        <a:pos x="connsiteX179" y="connsiteY179"/>
                      </a:cxn>
                      <a:cxn ang="0">
                        <a:pos x="connsiteX180" y="connsiteY180"/>
                      </a:cxn>
                      <a:cxn ang="0">
                        <a:pos x="connsiteX181" y="connsiteY181"/>
                      </a:cxn>
                      <a:cxn ang="0">
                        <a:pos x="connsiteX182" y="connsiteY182"/>
                      </a:cxn>
                      <a:cxn ang="0">
                        <a:pos x="connsiteX183" y="connsiteY183"/>
                      </a:cxn>
                      <a:cxn ang="0">
                        <a:pos x="connsiteX184" y="connsiteY184"/>
                      </a:cxn>
                      <a:cxn ang="0">
                        <a:pos x="connsiteX185" y="connsiteY185"/>
                      </a:cxn>
                      <a:cxn ang="0">
                        <a:pos x="connsiteX186" y="connsiteY186"/>
                      </a:cxn>
                      <a:cxn ang="0">
                        <a:pos x="connsiteX187" y="connsiteY187"/>
                      </a:cxn>
                      <a:cxn ang="0">
                        <a:pos x="connsiteX188" y="connsiteY188"/>
                      </a:cxn>
                      <a:cxn ang="0">
                        <a:pos x="connsiteX189" y="connsiteY189"/>
                      </a:cxn>
                      <a:cxn ang="0">
                        <a:pos x="connsiteX190" y="connsiteY190"/>
                      </a:cxn>
                      <a:cxn ang="0">
                        <a:pos x="connsiteX191" y="connsiteY191"/>
                      </a:cxn>
                      <a:cxn ang="0">
                        <a:pos x="connsiteX192" y="connsiteY192"/>
                      </a:cxn>
                      <a:cxn ang="0">
                        <a:pos x="connsiteX193" y="connsiteY193"/>
                      </a:cxn>
                      <a:cxn ang="0">
                        <a:pos x="connsiteX194" y="connsiteY194"/>
                      </a:cxn>
                      <a:cxn ang="0">
                        <a:pos x="connsiteX195" y="connsiteY195"/>
                      </a:cxn>
                      <a:cxn ang="0">
                        <a:pos x="connsiteX196" y="connsiteY196"/>
                      </a:cxn>
                      <a:cxn ang="0">
                        <a:pos x="connsiteX197" y="connsiteY197"/>
                      </a:cxn>
                      <a:cxn ang="0">
                        <a:pos x="connsiteX198" y="connsiteY198"/>
                      </a:cxn>
                      <a:cxn ang="0">
                        <a:pos x="connsiteX199" y="connsiteY199"/>
                      </a:cxn>
                      <a:cxn ang="0">
                        <a:pos x="connsiteX200" y="connsiteY200"/>
                      </a:cxn>
                      <a:cxn ang="0">
                        <a:pos x="connsiteX201" y="connsiteY201"/>
                      </a:cxn>
                      <a:cxn ang="0">
                        <a:pos x="connsiteX202" y="connsiteY202"/>
                      </a:cxn>
                      <a:cxn ang="0">
                        <a:pos x="connsiteX203" y="connsiteY203"/>
                      </a:cxn>
                      <a:cxn ang="0">
                        <a:pos x="connsiteX204" y="connsiteY204"/>
                      </a:cxn>
                      <a:cxn ang="0">
                        <a:pos x="connsiteX205" y="connsiteY205"/>
                      </a:cxn>
                      <a:cxn ang="0">
                        <a:pos x="connsiteX206" y="connsiteY206"/>
                      </a:cxn>
                      <a:cxn ang="0">
                        <a:pos x="connsiteX207" y="connsiteY207"/>
                      </a:cxn>
                      <a:cxn ang="0">
                        <a:pos x="connsiteX208" y="connsiteY208"/>
                      </a:cxn>
                      <a:cxn ang="0">
                        <a:pos x="connsiteX209" y="connsiteY209"/>
                      </a:cxn>
                      <a:cxn ang="0">
                        <a:pos x="connsiteX210" y="connsiteY210"/>
                      </a:cxn>
                      <a:cxn ang="0">
                        <a:pos x="connsiteX211" y="connsiteY211"/>
                      </a:cxn>
                      <a:cxn ang="0">
                        <a:pos x="connsiteX212" y="connsiteY212"/>
                      </a:cxn>
                      <a:cxn ang="0">
                        <a:pos x="connsiteX213" y="connsiteY213"/>
                      </a:cxn>
                      <a:cxn ang="0">
                        <a:pos x="connsiteX214" y="connsiteY214"/>
                      </a:cxn>
                      <a:cxn ang="0">
                        <a:pos x="connsiteX215" y="connsiteY215"/>
                      </a:cxn>
                      <a:cxn ang="0">
                        <a:pos x="connsiteX216" y="connsiteY216"/>
                      </a:cxn>
                      <a:cxn ang="0">
                        <a:pos x="connsiteX217" y="connsiteY217"/>
                      </a:cxn>
                      <a:cxn ang="0">
                        <a:pos x="connsiteX218" y="connsiteY218"/>
                      </a:cxn>
                      <a:cxn ang="0">
                        <a:pos x="connsiteX219" y="connsiteY219"/>
                      </a:cxn>
                      <a:cxn ang="0">
                        <a:pos x="connsiteX220" y="connsiteY220"/>
                      </a:cxn>
                      <a:cxn ang="0">
                        <a:pos x="connsiteX221" y="connsiteY221"/>
                      </a:cxn>
                      <a:cxn ang="0">
                        <a:pos x="connsiteX222" y="connsiteY222"/>
                      </a:cxn>
                      <a:cxn ang="0">
                        <a:pos x="connsiteX223" y="connsiteY223"/>
                      </a:cxn>
                      <a:cxn ang="0">
                        <a:pos x="connsiteX224" y="connsiteY224"/>
                      </a:cxn>
                      <a:cxn ang="0">
                        <a:pos x="connsiteX225" y="connsiteY225"/>
                      </a:cxn>
                      <a:cxn ang="0">
                        <a:pos x="connsiteX226" y="connsiteY226"/>
                      </a:cxn>
                      <a:cxn ang="0">
                        <a:pos x="connsiteX227" y="connsiteY227"/>
                      </a:cxn>
                      <a:cxn ang="0">
                        <a:pos x="connsiteX228" y="connsiteY228"/>
                      </a:cxn>
                      <a:cxn ang="0">
                        <a:pos x="connsiteX229" y="connsiteY229"/>
                      </a:cxn>
                      <a:cxn ang="0">
                        <a:pos x="connsiteX230" y="connsiteY230"/>
                      </a:cxn>
                      <a:cxn ang="0">
                        <a:pos x="connsiteX231" y="connsiteY231"/>
                      </a:cxn>
                      <a:cxn ang="0">
                        <a:pos x="connsiteX232" y="connsiteY232"/>
                      </a:cxn>
                      <a:cxn ang="0">
                        <a:pos x="connsiteX233" y="connsiteY233"/>
                      </a:cxn>
                      <a:cxn ang="0">
                        <a:pos x="connsiteX234" y="connsiteY234"/>
                      </a:cxn>
                      <a:cxn ang="0">
                        <a:pos x="connsiteX235" y="connsiteY235"/>
                      </a:cxn>
                      <a:cxn ang="0">
                        <a:pos x="connsiteX236" y="connsiteY236"/>
                      </a:cxn>
                      <a:cxn ang="0">
                        <a:pos x="connsiteX237" y="connsiteY237"/>
                      </a:cxn>
                      <a:cxn ang="0">
                        <a:pos x="connsiteX238" y="connsiteY238"/>
                      </a:cxn>
                      <a:cxn ang="0">
                        <a:pos x="connsiteX239" y="connsiteY239"/>
                      </a:cxn>
                      <a:cxn ang="0">
                        <a:pos x="connsiteX240" y="connsiteY240"/>
                      </a:cxn>
                      <a:cxn ang="0">
                        <a:pos x="connsiteX241" y="connsiteY241"/>
                      </a:cxn>
                      <a:cxn ang="0">
                        <a:pos x="connsiteX242" y="connsiteY242"/>
                      </a:cxn>
                      <a:cxn ang="0">
                        <a:pos x="connsiteX243" y="connsiteY243"/>
                      </a:cxn>
                      <a:cxn ang="0">
                        <a:pos x="connsiteX244" y="connsiteY244"/>
                      </a:cxn>
                      <a:cxn ang="0">
                        <a:pos x="connsiteX245" y="connsiteY245"/>
                      </a:cxn>
                      <a:cxn ang="0">
                        <a:pos x="connsiteX246" y="connsiteY246"/>
                      </a:cxn>
                      <a:cxn ang="0">
                        <a:pos x="connsiteX247" y="connsiteY247"/>
                      </a:cxn>
                      <a:cxn ang="0">
                        <a:pos x="connsiteX248" y="connsiteY248"/>
                      </a:cxn>
                      <a:cxn ang="0">
                        <a:pos x="connsiteX249" y="connsiteY249"/>
                      </a:cxn>
                      <a:cxn ang="0">
                        <a:pos x="connsiteX250" y="connsiteY250"/>
                      </a:cxn>
                      <a:cxn ang="0">
                        <a:pos x="connsiteX251" y="connsiteY251"/>
                      </a:cxn>
                      <a:cxn ang="0">
                        <a:pos x="connsiteX252" y="connsiteY252"/>
                      </a:cxn>
                      <a:cxn ang="0">
                        <a:pos x="connsiteX253" y="connsiteY253"/>
                      </a:cxn>
                      <a:cxn ang="0">
                        <a:pos x="connsiteX254" y="connsiteY254"/>
                      </a:cxn>
                      <a:cxn ang="0">
                        <a:pos x="connsiteX255" y="connsiteY255"/>
                      </a:cxn>
                      <a:cxn ang="0">
                        <a:pos x="connsiteX256" y="connsiteY256"/>
                      </a:cxn>
                      <a:cxn ang="0">
                        <a:pos x="connsiteX257" y="connsiteY257"/>
                      </a:cxn>
                      <a:cxn ang="0">
                        <a:pos x="connsiteX258" y="connsiteY258"/>
                      </a:cxn>
                      <a:cxn ang="0">
                        <a:pos x="connsiteX259" y="connsiteY259"/>
                      </a:cxn>
                      <a:cxn ang="0">
                        <a:pos x="connsiteX260" y="connsiteY260"/>
                      </a:cxn>
                      <a:cxn ang="0">
                        <a:pos x="connsiteX261" y="connsiteY261"/>
                      </a:cxn>
                      <a:cxn ang="0">
                        <a:pos x="connsiteX262" y="connsiteY262"/>
                      </a:cxn>
                      <a:cxn ang="0">
                        <a:pos x="connsiteX263" y="connsiteY263"/>
                      </a:cxn>
                      <a:cxn ang="0">
                        <a:pos x="connsiteX264" y="connsiteY264"/>
                      </a:cxn>
                      <a:cxn ang="0">
                        <a:pos x="connsiteX265" y="connsiteY265"/>
                      </a:cxn>
                      <a:cxn ang="0">
                        <a:pos x="connsiteX266" y="connsiteY266"/>
                      </a:cxn>
                      <a:cxn ang="0">
                        <a:pos x="connsiteX267" y="connsiteY267"/>
                      </a:cxn>
                      <a:cxn ang="0">
                        <a:pos x="connsiteX268" y="connsiteY268"/>
                      </a:cxn>
                      <a:cxn ang="0">
                        <a:pos x="connsiteX269" y="connsiteY269"/>
                      </a:cxn>
                      <a:cxn ang="0">
                        <a:pos x="connsiteX270" y="connsiteY270"/>
                      </a:cxn>
                      <a:cxn ang="0">
                        <a:pos x="connsiteX271" y="connsiteY271"/>
                      </a:cxn>
                      <a:cxn ang="0">
                        <a:pos x="connsiteX272" y="connsiteY272"/>
                      </a:cxn>
                      <a:cxn ang="0">
                        <a:pos x="connsiteX273" y="connsiteY273"/>
                      </a:cxn>
                      <a:cxn ang="0">
                        <a:pos x="connsiteX274" y="connsiteY274"/>
                      </a:cxn>
                      <a:cxn ang="0">
                        <a:pos x="connsiteX275" y="connsiteY275"/>
                      </a:cxn>
                      <a:cxn ang="0">
                        <a:pos x="connsiteX276" y="connsiteY276"/>
                      </a:cxn>
                      <a:cxn ang="0">
                        <a:pos x="connsiteX277" y="connsiteY277"/>
                      </a:cxn>
                      <a:cxn ang="0">
                        <a:pos x="connsiteX278" y="connsiteY278"/>
                      </a:cxn>
                      <a:cxn ang="0">
                        <a:pos x="connsiteX279" y="connsiteY279"/>
                      </a:cxn>
                      <a:cxn ang="0">
                        <a:pos x="connsiteX280" y="connsiteY280"/>
                      </a:cxn>
                      <a:cxn ang="0">
                        <a:pos x="connsiteX281" y="connsiteY281"/>
                      </a:cxn>
                      <a:cxn ang="0">
                        <a:pos x="connsiteX282" y="connsiteY282"/>
                      </a:cxn>
                      <a:cxn ang="0">
                        <a:pos x="connsiteX283" y="connsiteY283"/>
                      </a:cxn>
                      <a:cxn ang="0">
                        <a:pos x="connsiteX284" y="connsiteY284"/>
                      </a:cxn>
                      <a:cxn ang="0">
                        <a:pos x="connsiteX285" y="connsiteY285"/>
                      </a:cxn>
                      <a:cxn ang="0">
                        <a:pos x="connsiteX286" y="connsiteY286"/>
                      </a:cxn>
                      <a:cxn ang="0">
                        <a:pos x="connsiteX287" y="connsiteY287"/>
                      </a:cxn>
                      <a:cxn ang="0">
                        <a:pos x="connsiteX288" y="connsiteY288"/>
                      </a:cxn>
                      <a:cxn ang="0">
                        <a:pos x="connsiteX289" y="connsiteY289"/>
                      </a:cxn>
                      <a:cxn ang="0">
                        <a:pos x="connsiteX290" y="connsiteY290"/>
                      </a:cxn>
                      <a:cxn ang="0">
                        <a:pos x="connsiteX291" y="connsiteY291"/>
                      </a:cxn>
                      <a:cxn ang="0">
                        <a:pos x="connsiteX292" y="connsiteY292"/>
                      </a:cxn>
                      <a:cxn ang="0">
                        <a:pos x="connsiteX293" y="connsiteY293"/>
                      </a:cxn>
                      <a:cxn ang="0">
                        <a:pos x="connsiteX294" y="connsiteY294"/>
                      </a:cxn>
                      <a:cxn ang="0">
                        <a:pos x="connsiteX295" y="connsiteY295"/>
                      </a:cxn>
                      <a:cxn ang="0">
                        <a:pos x="connsiteX296" y="connsiteY296"/>
                      </a:cxn>
                      <a:cxn ang="0">
                        <a:pos x="connsiteX297" y="connsiteY297"/>
                      </a:cxn>
                      <a:cxn ang="0">
                        <a:pos x="connsiteX298" y="connsiteY298"/>
                      </a:cxn>
                      <a:cxn ang="0">
                        <a:pos x="connsiteX299" y="connsiteY299"/>
                      </a:cxn>
                      <a:cxn ang="0">
                        <a:pos x="connsiteX300" y="connsiteY300"/>
                      </a:cxn>
                      <a:cxn ang="0">
                        <a:pos x="connsiteX301" y="connsiteY301"/>
                      </a:cxn>
                      <a:cxn ang="0">
                        <a:pos x="connsiteX302" y="connsiteY302"/>
                      </a:cxn>
                      <a:cxn ang="0">
                        <a:pos x="connsiteX303" y="connsiteY303"/>
                      </a:cxn>
                      <a:cxn ang="0">
                        <a:pos x="connsiteX304" y="connsiteY304"/>
                      </a:cxn>
                      <a:cxn ang="0">
                        <a:pos x="connsiteX305" y="connsiteY305"/>
                      </a:cxn>
                      <a:cxn ang="0">
                        <a:pos x="connsiteX306" y="connsiteY306"/>
                      </a:cxn>
                      <a:cxn ang="0">
                        <a:pos x="connsiteX307" y="connsiteY307"/>
                      </a:cxn>
                      <a:cxn ang="0">
                        <a:pos x="connsiteX308" y="connsiteY308"/>
                      </a:cxn>
                      <a:cxn ang="0">
                        <a:pos x="connsiteX309" y="connsiteY309"/>
                      </a:cxn>
                      <a:cxn ang="0">
                        <a:pos x="connsiteX310" y="connsiteY310"/>
                      </a:cxn>
                      <a:cxn ang="0">
                        <a:pos x="connsiteX311" y="connsiteY311"/>
                      </a:cxn>
                      <a:cxn ang="0">
                        <a:pos x="connsiteX312" y="connsiteY312"/>
                      </a:cxn>
                      <a:cxn ang="0">
                        <a:pos x="connsiteX313" y="connsiteY313"/>
                      </a:cxn>
                      <a:cxn ang="0">
                        <a:pos x="connsiteX314" y="connsiteY314"/>
                      </a:cxn>
                      <a:cxn ang="0">
                        <a:pos x="connsiteX315" y="connsiteY315"/>
                      </a:cxn>
                      <a:cxn ang="0">
                        <a:pos x="connsiteX316" y="connsiteY316"/>
                      </a:cxn>
                      <a:cxn ang="0">
                        <a:pos x="connsiteX317" y="connsiteY317"/>
                      </a:cxn>
                      <a:cxn ang="0">
                        <a:pos x="connsiteX318" y="connsiteY318"/>
                      </a:cxn>
                      <a:cxn ang="0">
                        <a:pos x="connsiteX319" y="connsiteY319"/>
                      </a:cxn>
                      <a:cxn ang="0">
                        <a:pos x="connsiteX320" y="connsiteY320"/>
                      </a:cxn>
                      <a:cxn ang="0">
                        <a:pos x="connsiteX321" y="connsiteY321"/>
                      </a:cxn>
                      <a:cxn ang="0">
                        <a:pos x="connsiteX322" y="connsiteY322"/>
                      </a:cxn>
                      <a:cxn ang="0">
                        <a:pos x="connsiteX323" y="connsiteY323"/>
                      </a:cxn>
                      <a:cxn ang="0">
                        <a:pos x="connsiteX324" y="connsiteY324"/>
                      </a:cxn>
                      <a:cxn ang="0">
                        <a:pos x="connsiteX325" y="connsiteY325"/>
                      </a:cxn>
                      <a:cxn ang="0">
                        <a:pos x="connsiteX326" y="connsiteY326"/>
                      </a:cxn>
                      <a:cxn ang="0">
                        <a:pos x="connsiteX327" y="connsiteY327"/>
                      </a:cxn>
                      <a:cxn ang="0">
                        <a:pos x="connsiteX328" y="connsiteY328"/>
                      </a:cxn>
                      <a:cxn ang="0">
                        <a:pos x="connsiteX329" y="connsiteY329"/>
                      </a:cxn>
                      <a:cxn ang="0">
                        <a:pos x="connsiteX330" y="connsiteY330"/>
                      </a:cxn>
                      <a:cxn ang="0">
                        <a:pos x="connsiteX331" y="connsiteY331"/>
                      </a:cxn>
                      <a:cxn ang="0">
                        <a:pos x="connsiteX332" y="connsiteY332"/>
                      </a:cxn>
                      <a:cxn ang="0">
                        <a:pos x="connsiteX333" y="connsiteY333"/>
                      </a:cxn>
                      <a:cxn ang="0">
                        <a:pos x="connsiteX334" y="connsiteY334"/>
                      </a:cxn>
                      <a:cxn ang="0">
                        <a:pos x="connsiteX335" y="connsiteY335"/>
                      </a:cxn>
                      <a:cxn ang="0">
                        <a:pos x="connsiteX336" y="connsiteY336"/>
                      </a:cxn>
                      <a:cxn ang="0">
                        <a:pos x="connsiteX337" y="connsiteY337"/>
                      </a:cxn>
                      <a:cxn ang="0">
                        <a:pos x="connsiteX338" y="connsiteY338"/>
                      </a:cxn>
                      <a:cxn ang="0">
                        <a:pos x="connsiteX339" y="connsiteY339"/>
                      </a:cxn>
                      <a:cxn ang="0">
                        <a:pos x="connsiteX340" y="connsiteY340"/>
                      </a:cxn>
                      <a:cxn ang="0">
                        <a:pos x="connsiteX341" y="connsiteY341"/>
                      </a:cxn>
                      <a:cxn ang="0">
                        <a:pos x="connsiteX342" y="connsiteY342"/>
                      </a:cxn>
                      <a:cxn ang="0">
                        <a:pos x="connsiteX343" y="connsiteY343"/>
                      </a:cxn>
                      <a:cxn ang="0">
                        <a:pos x="connsiteX344" y="connsiteY344"/>
                      </a:cxn>
                      <a:cxn ang="0">
                        <a:pos x="connsiteX345" y="connsiteY345"/>
                      </a:cxn>
                      <a:cxn ang="0">
                        <a:pos x="connsiteX346" y="connsiteY346"/>
                      </a:cxn>
                      <a:cxn ang="0">
                        <a:pos x="connsiteX347" y="connsiteY347"/>
                      </a:cxn>
                      <a:cxn ang="0">
                        <a:pos x="connsiteX348" y="connsiteY348"/>
                      </a:cxn>
                      <a:cxn ang="0">
                        <a:pos x="connsiteX349" y="connsiteY349"/>
                      </a:cxn>
                      <a:cxn ang="0">
                        <a:pos x="connsiteX350" y="connsiteY350"/>
                      </a:cxn>
                      <a:cxn ang="0">
                        <a:pos x="connsiteX351" y="connsiteY351"/>
                      </a:cxn>
                      <a:cxn ang="0">
                        <a:pos x="connsiteX352" y="connsiteY352"/>
                      </a:cxn>
                      <a:cxn ang="0">
                        <a:pos x="connsiteX353" y="connsiteY353"/>
                      </a:cxn>
                      <a:cxn ang="0">
                        <a:pos x="connsiteX354" y="connsiteY354"/>
                      </a:cxn>
                      <a:cxn ang="0">
                        <a:pos x="connsiteX355" y="connsiteY355"/>
                      </a:cxn>
                      <a:cxn ang="0">
                        <a:pos x="connsiteX356" y="connsiteY356"/>
                      </a:cxn>
                      <a:cxn ang="0">
                        <a:pos x="connsiteX357" y="connsiteY357"/>
                      </a:cxn>
                      <a:cxn ang="0">
                        <a:pos x="connsiteX358" y="connsiteY358"/>
                      </a:cxn>
                      <a:cxn ang="0">
                        <a:pos x="connsiteX359" y="connsiteY359"/>
                      </a:cxn>
                      <a:cxn ang="0">
                        <a:pos x="connsiteX360" y="connsiteY360"/>
                      </a:cxn>
                      <a:cxn ang="0">
                        <a:pos x="connsiteX361" y="connsiteY361"/>
                      </a:cxn>
                      <a:cxn ang="0">
                        <a:pos x="connsiteX362" y="connsiteY362"/>
                      </a:cxn>
                      <a:cxn ang="0">
                        <a:pos x="connsiteX363" y="connsiteY363"/>
                      </a:cxn>
                      <a:cxn ang="0">
                        <a:pos x="connsiteX364" y="connsiteY364"/>
                      </a:cxn>
                      <a:cxn ang="0">
                        <a:pos x="connsiteX365" y="connsiteY365"/>
                      </a:cxn>
                      <a:cxn ang="0">
                        <a:pos x="connsiteX366" y="connsiteY366"/>
                      </a:cxn>
                      <a:cxn ang="0">
                        <a:pos x="connsiteX367" y="connsiteY367"/>
                      </a:cxn>
                      <a:cxn ang="0">
                        <a:pos x="connsiteX368" y="connsiteY368"/>
                      </a:cxn>
                      <a:cxn ang="0">
                        <a:pos x="connsiteX369" y="connsiteY369"/>
                      </a:cxn>
                      <a:cxn ang="0">
                        <a:pos x="connsiteX370" y="connsiteY370"/>
                      </a:cxn>
                      <a:cxn ang="0">
                        <a:pos x="connsiteX371" y="connsiteY371"/>
                      </a:cxn>
                      <a:cxn ang="0">
                        <a:pos x="connsiteX372" y="connsiteY372"/>
                      </a:cxn>
                      <a:cxn ang="0">
                        <a:pos x="connsiteX373" y="connsiteY373"/>
                      </a:cxn>
                      <a:cxn ang="0">
                        <a:pos x="connsiteX374" y="connsiteY374"/>
                      </a:cxn>
                      <a:cxn ang="0">
                        <a:pos x="connsiteX375" y="connsiteY375"/>
                      </a:cxn>
                      <a:cxn ang="0">
                        <a:pos x="connsiteX376" y="connsiteY376"/>
                      </a:cxn>
                      <a:cxn ang="0">
                        <a:pos x="connsiteX377" y="connsiteY377"/>
                      </a:cxn>
                      <a:cxn ang="0">
                        <a:pos x="connsiteX378" y="connsiteY378"/>
                      </a:cxn>
                      <a:cxn ang="0">
                        <a:pos x="connsiteX379" y="connsiteY379"/>
                      </a:cxn>
                      <a:cxn ang="0">
                        <a:pos x="connsiteX380" y="connsiteY380"/>
                      </a:cxn>
                      <a:cxn ang="0">
                        <a:pos x="connsiteX381" y="connsiteY381"/>
                      </a:cxn>
                      <a:cxn ang="0">
                        <a:pos x="connsiteX382" y="connsiteY382"/>
                      </a:cxn>
                      <a:cxn ang="0">
                        <a:pos x="connsiteX383" y="connsiteY383"/>
                      </a:cxn>
                      <a:cxn ang="0">
                        <a:pos x="connsiteX384" y="connsiteY384"/>
                      </a:cxn>
                      <a:cxn ang="0">
                        <a:pos x="connsiteX385" y="connsiteY385"/>
                      </a:cxn>
                      <a:cxn ang="0">
                        <a:pos x="connsiteX386" y="connsiteY386"/>
                      </a:cxn>
                      <a:cxn ang="0">
                        <a:pos x="connsiteX387" y="connsiteY387"/>
                      </a:cxn>
                      <a:cxn ang="0">
                        <a:pos x="connsiteX388" y="connsiteY388"/>
                      </a:cxn>
                      <a:cxn ang="0">
                        <a:pos x="connsiteX389" y="connsiteY389"/>
                      </a:cxn>
                      <a:cxn ang="0">
                        <a:pos x="connsiteX390" y="connsiteY390"/>
                      </a:cxn>
                      <a:cxn ang="0">
                        <a:pos x="connsiteX391" y="connsiteY391"/>
                      </a:cxn>
                      <a:cxn ang="0">
                        <a:pos x="connsiteX392" y="connsiteY392"/>
                      </a:cxn>
                      <a:cxn ang="0">
                        <a:pos x="connsiteX393" y="connsiteY393"/>
                      </a:cxn>
                      <a:cxn ang="0">
                        <a:pos x="connsiteX394" y="connsiteY394"/>
                      </a:cxn>
                      <a:cxn ang="0">
                        <a:pos x="connsiteX395" y="connsiteY395"/>
                      </a:cxn>
                      <a:cxn ang="0">
                        <a:pos x="connsiteX396" y="connsiteY396"/>
                      </a:cxn>
                      <a:cxn ang="0">
                        <a:pos x="connsiteX397" y="connsiteY397"/>
                      </a:cxn>
                      <a:cxn ang="0">
                        <a:pos x="connsiteX398" y="connsiteY398"/>
                      </a:cxn>
                      <a:cxn ang="0">
                        <a:pos x="connsiteX399" y="connsiteY399"/>
                      </a:cxn>
                      <a:cxn ang="0">
                        <a:pos x="connsiteX400" y="connsiteY400"/>
                      </a:cxn>
                      <a:cxn ang="0">
                        <a:pos x="connsiteX401" y="connsiteY401"/>
                      </a:cxn>
                      <a:cxn ang="0">
                        <a:pos x="connsiteX402" y="connsiteY402"/>
                      </a:cxn>
                      <a:cxn ang="0">
                        <a:pos x="connsiteX403" y="connsiteY403"/>
                      </a:cxn>
                      <a:cxn ang="0">
                        <a:pos x="connsiteX404" y="connsiteY404"/>
                      </a:cxn>
                      <a:cxn ang="0">
                        <a:pos x="connsiteX405" y="connsiteY405"/>
                      </a:cxn>
                      <a:cxn ang="0">
                        <a:pos x="connsiteX406" y="connsiteY406"/>
                      </a:cxn>
                      <a:cxn ang="0">
                        <a:pos x="connsiteX407" y="connsiteY407"/>
                      </a:cxn>
                      <a:cxn ang="0">
                        <a:pos x="connsiteX408" y="connsiteY408"/>
                      </a:cxn>
                      <a:cxn ang="0">
                        <a:pos x="connsiteX409" y="connsiteY409"/>
                      </a:cxn>
                      <a:cxn ang="0">
                        <a:pos x="connsiteX410" y="connsiteY410"/>
                      </a:cxn>
                      <a:cxn ang="0">
                        <a:pos x="connsiteX411" y="connsiteY411"/>
                      </a:cxn>
                      <a:cxn ang="0">
                        <a:pos x="connsiteX412" y="connsiteY412"/>
                      </a:cxn>
                      <a:cxn ang="0">
                        <a:pos x="connsiteX413" y="connsiteY413"/>
                      </a:cxn>
                      <a:cxn ang="0">
                        <a:pos x="connsiteX414" y="connsiteY414"/>
                      </a:cxn>
                      <a:cxn ang="0">
                        <a:pos x="connsiteX415" y="connsiteY415"/>
                      </a:cxn>
                      <a:cxn ang="0">
                        <a:pos x="connsiteX416" y="connsiteY416"/>
                      </a:cxn>
                      <a:cxn ang="0">
                        <a:pos x="connsiteX417" y="connsiteY417"/>
                      </a:cxn>
                      <a:cxn ang="0">
                        <a:pos x="connsiteX418" y="connsiteY418"/>
                      </a:cxn>
                      <a:cxn ang="0">
                        <a:pos x="connsiteX419" y="connsiteY419"/>
                      </a:cxn>
                      <a:cxn ang="0">
                        <a:pos x="connsiteX420" y="connsiteY420"/>
                      </a:cxn>
                      <a:cxn ang="0">
                        <a:pos x="connsiteX421" y="connsiteY421"/>
                      </a:cxn>
                      <a:cxn ang="0">
                        <a:pos x="connsiteX422" y="connsiteY422"/>
                      </a:cxn>
                      <a:cxn ang="0">
                        <a:pos x="connsiteX423" y="connsiteY423"/>
                      </a:cxn>
                      <a:cxn ang="0">
                        <a:pos x="connsiteX424" y="connsiteY424"/>
                      </a:cxn>
                      <a:cxn ang="0">
                        <a:pos x="connsiteX425" y="connsiteY425"/>
                      </a:cxn>
                      <a:cxn ang="0">
                        <a:pos x="connsiteX426" y="connsiteY426"/>
                      </a:cxn>
                      <a:cxn ang="0">
                        <a:pos x="connsiteX427" y="connsiteY427"/>
                      </a:cxn>
                      <a:cxn ang="0">
                        <a:pos x="connsiteX428" y="connsiteY428"/>
                      </a:cxn>
                      <a:cxn ang="0">
                        <a:pos x="connsiteX429" y="connsiteY429"/>
                      </a:cxn>
                      <a:cxn ang="0">
                        <a:pos x="connsiteX430" y="connsiteY430"/>
                      </a:cxn>
                      <a:cxn ang="0">
                        <a:pos x="connsiteX431" y="connsiteY431"/>
                      </a:cxn>
                      <a:cxn ang="0">
                        <a:pos x="connsiteX432" y="connsiteY432"/>
                      </a:cxn>
                      <a:cxn ang="0">
                        <a:pos x="connsiteX433" y="connsiteY433"/>
                      </a:cxn>
                      <a:cxn ang="0">
                        <a:pos x="connsiteX434" y="connsiteY434"/>
                      </a:cxn>
                      <a:cxn ang="0">
                        <a:pos x="connsiteX435" y="connsiteY435"/>
                      </a:cxn>
                      <a:cxn ang="0">
                        <a:pos x="connsiteX436" y="connsiteY436"/>
                      </a:cxn>
                      <a:cxn ang="0">
                        <a:pos x="connsiteX437" y="connsiteY437"/>
                      </a:cxn>
                      <a:cxn ang="0">
                        <a:pos x="connsiteX438" y="connsiteY438"/>
                      </a:cxn>
                      <a:cxn ang="0">
                        <a:pos x="connsiteX439" y="connsiteY439"/>
                      </a:cxn>
                      <a:cxn ang="0">
                        <a:pos x="connsiteX440" y="connsiteY440"/>
                      </a:cxn>
                      <a:cxn ang="0">
                        <a:pos x="connsiteX441" y="connsiteY441"/>
                      </a:cxn>
                      <a:cxn ang="0">
                        <a:pos x="connsiteX442" y="connsiteY442"/>
                      </a:cxn>
                      <a:cxn ang="0">
                        <a:pos x="connsiteX443" y="connsiteY443"/>
                      </a:cxn>
                    </a:cxnLst>
                    <a:rect l="l" t="t" r="r" b="b"/>
                    <a:pathLst>
                      <a:path w="4890050" h="3834534">
                        <a:moveTo>
                          <a:pt x="2554" y="3594082"/>
                        </a:moveTo>
                        <a:lnTo>
                          <a:pt x="0" y="3594082"/>
                        </a:lnTo>
                        <a:lnTo>
                          <a:pt x="0" y="3812622"/>
                        </a:lnTo>
                        <a:lnTo>
                          <a:pt x="2554" y="3815261"/>
                        </a:lnTo>
                        <a:close/>
                        <a:moveTo>
                          <a:pt x="264349" y="3594082"/>
                        </a:moveTo>
                        <a:lnTo>
                          <a:pt x="261767" y="3594082"/>
                        </a:lnTo>
                        <a:lnTo>
                          <a:pt x="261767" y="3834534"/>
                        </a:lnTo>
                        <a:lnTo>
                          <a:pt x="264349" y="3834534"/>
                        </a:lnTo>
                        <a:close/>
                        <a:moveTo>
                          <a:pt x="526116" y="3594082"/>
                        </a:moveTo>
                        <a:lnTo>
                          <a:pt x="523535" y="3594082"/>
                        </a:lnTo>
                        <a:lnTo>
                          <a:pt x="523535" y="3834534"/>
                        </a:lnTo>
                        <a:lnTo>
                          <a:pt x="526116" y="3834534"/>
                        </a:lnTo>
                        <a:close/>
                        <a:moveTo>
                          <a:pt x="787885" y="3594082"/>
                        </a:moveTo>
                        <a:lnTo>
                          <a:pt x="785301" y="3594082"/>
                        </a:lnTo>
                        <a:lnTo>
                          <a:pt x="785301" y="3834534"/>
                        </a:lnTo>
                        <a:lnTo>
                          <a:pt x="787885" y="3834534"/>
                        </a:lnTo>
                        <a:close/>
                        <a:moveTo>
                          <a:pt x="1049590" y="3594082"/>
                        </a:moveTo>
                        <a:lnTo>
                          <a:pt x="1047010" y="3594082"/>
                        </a:lnTo>
                        <a:lnTo>
                          <a:pt x="1047010" y="3834534"/>
                        </a:lnTo>
                        <a:lnTo>
                          <a:pt x="1049590" y="3834534"/>
                        </a:lnTo>
                        <a:close/>
                        <a:moveTo>
                          <a:pt x="1311348" y="3594082"/>
                        </a:moveTo>
                        <a:lnTo>
                          <a:pt x="1308753" y="3594082"/>
                        </a:lnTo>
                        <a:lnTo>
                          <a:pt x="1308753" y="3834534"/>
                        </a:lnTo>
                        <a:lnTo>
                          <a:pt x="1311348" y="3834534"/>
                        </a:lnTo>
                        <a:close/>
                        <a:moveTo>
                          <a:pt x="1573093" y="3594082"/>
                        </a:moveTo>
                        <a:lnTo>
                          <a:pt x="1570535" y="3594082"/>
                        </a:lnTo>
                        <a:lnTo>
                          <a:pt x="1570535" y="3834534"/>
                        </a:lnTo>
                        <a:lnTo>
                          <a:pt x="1573093" y="3834534"/>
                        </a:lnTo>
                        <a:close/>
                        <a:moveTo>
                          <a:pt x="1834875" y="3594082"/>
                        </a:moveTo>
                        <a:lnTo>
                          <a:pt x="1832295" y="3594082"/>
                        </a:lnTo>
                        <a:lnTo>
                          <a:pt x="1832295" y="3834534"/>
                        </a:lnTo>
                        <a:lnTo>
                          <a:pt x="1834875" y="3834534"/>
                        </a:lnTo>
                        <a:close/>
                        <a:moveTo>
                          <a:pt x="2096628" y="3594082"/>
                        </a:moveTo>
                        <a:lnTo>
                          <a:pt x="2094066" y="3594082"/>
                        </a:lnTo>
                        <a:lnTo>
                          <a:pt x="2094066" y="3834534"/>
                        </a:lnTo>
                        <a:lnTo>
                          <a:pt x="2096628" y="3834534"/>
                        </a:lnTo>
                        <a:close/>
                        <a:moveTo>
                          <a:pt x="2358398" y="3594082"/>
                        </a:moveTo>
                        <a:lnTo>
                          <a:pt x="2355809" y="3594082"/>
                        </a:lnTo>
                        <a:lnTo>
                          <a:pt x="2355809" y="3834534"/>
                        </a:lnTo>
                        <a:lnTo>
                          <a:pt x="2358398" y="3834534"/>
                        </a:lnTo>
                        <a:close/>
                        <a:moveTo>
                          <a:pt x="2620142" y="3594082"/>
                        </a:moveTo>
                        <a:lnTo>
                          <a:pt x="2617581" y="3594082"/>
                        </a:lnTo>
                        <a:lnTo>
                          <a:pt x="2617581" y="3834534"/>
                        </a:lnTo>
                        <a:lnTo>
                          <a:pt x="2620142" y="3834534"/>
                        </a:lnTo>
                        <a:close/>
                        <a:moveTo>
                          <a:pt x="2881944" y="3594082"/>
                        </a:moveTo>
                        <a:lnTo>
                          <a:pt x="2879358" y="3594082"/>
                        </a:lnTo>
                        <a:lnTo>
                          <a:pt x="2879358" y="3834534"/>
                        </a:lnTo>
                        <a:lnTo>
                          <a:pt x="2881944" y="3834534"/>
                        </a:lnTo>
                        <a:close/>
                        <a:moveTo>
                          <a:pt x="3143708" y="3594082"/>
                        </a:moveTo>
                        <a:lnTo>
                          <a:pt x="3141127" y="3594082"/>
                        </a:lnTo>
                        <a:lnTo>
                          <a:pt x="3141127" y="3834534"/>
                        </a:lnTo>
                        <a:lnTo>
                          <a:pt x="3143708" y="3834534"/>
                        </a:lnTo>
                        <a:close/>
                        <a:moveTo>
                          <a:pt x="3405484" y="3594082"/>
                        </a:moveTo>
                        <a:lnTo>
                          <a:pt x="3402928" y="3594082"/>
                        </a:lnTo>
                        <a:lnTo>
                          <a:pt x="3402928" y="3834534"/>
                        </a:lnTo>
                        <a:lnTo>
                          <a:pt x="3405484" y="3834534"/>
                        </a:lnTo>
                        <a:close/>
                        <a:moveTo>
                          <a:pt x="3667243" y="3594082"/>
                        </a:moveTo>
                        <a:lnTo>
                          <a:pt x="3664686" y="3594082"/>
                        </a:lnTo>
                        <a:lnTo>
                          <a:pt x="3664686" y="3834534"/>
                        </a:lnTo>
                        <a:lnTo>
                          <a:pt x="3667243" y="3834534"/>
                        </a:lnTo>
                        <a:close/>
                        <a:moveTo>
                          <a:pt x="3929027" y="3594082"/>
                        </a:moveTo>
                        <a:lnTo>
                          <a:pt x="3926471" y="3594082"/>
                        </a:lnTo>
                        <a:lnTo>
                          <a:pt x="3926471" y="3834534"/>
                        </a:lnTo>
                        <a:lnTo>
                          <a:pt x="3929027" y="3834534"/>
                        </a:lnTo>
                        <a:close/>
                        <a:moveTo>
                          <a:pt x="4190780" y="3594082"/>
                        </a:moveTo>
                        <a:lnTo>
                          <a:pt x="4188225" y="3594082"/>
                        </a:lnTo>
                        <a:lnTo>
                          <a:pt x="4188225" y="3834534"/>
                        </a:lnTo>
                        <a:lnTo>
                          <a:pt x="4190780" y="3834534"/>
                        </a:lnTo>
                        <a:close/>
                        <a:moveTo>
                          <a:pt x="4452565" y="3594082"/>
                        </a:moveTo>
                        <a:lnTo>
                          <a:pt x="4449982" y="3594082"/>
                        </a:lnTo>
                        <a:lnTo>
                          <a:pt x="4449982" y="3834534"/>
                        </a:lnTo>
                        <a:lnTo>
                          <a:pt x="4452565" y="3834534"/>
                        </a:lnTo>
                        <a:close/>
                        <a:moveTo>
                          <a:pt x="4714343" y="3594082"/>
                        </a:moveTo>
                        <a:lnTo>
                          <a:pt x="4711762" y="3594082"/>
                        </a:lnTo>
                        <a:lnTo>
                          <a:pt x="4711762" y="3834534"/>
                        </a:lnTo>
                        <a:lnTo>
                          <a:pt x="4714343" y="3834534"/>
                        </a:lnTo>
                        <a:close/>
                        <a:moveTo>
                          <a:pt x="513088" y="172224"/>
                        </a:moveTo>
                        <a:lnTo>
                          <a:pt x="523535" y="183543"/>
                        </a:lnTo>
                        <a:lnTo>
                          <a:pt x="523535" y="441871"/>
                        </a:lnTo>
                        <a:lnTo>
                          <a:pt x="513085" y="453190"/>
                        </a:lnTo>
                        <a:lnTo>
                          <a:pt x="274770" y="453190"/>
                        </a:lnTo>
                        <a:lnTo>
                          <a:pt x="264349" y="441901"/>
                        </a:lnTo>
                        <a:lnTo>
                          <a:pt x="264349" y="183513"/>
                        </a:lnTo>
                        <a:lnTo>
                          <a:pt x="274766" y="172224"/>
                        </a:lnTo>
                        <a:close/>
                        <a:moveTo>
                          <a:pt x="774855" y="172224"/>
                        </a:moveTo>
                        <a:lnTo>
                          <a:pt x="785301" y="183543"/>
                        </a:lnTo>
                        <a:lnTo>
                          <a:pt x="785301" y="441871"/>
                        </a:lnTo>
                        <a:lnTo>
                          <a:pt x="774853" y="453190"/>
                        </a:lnTo>
                        <a:lnTo>
                          <a:pt x="536566" y="453190"/>
                        </a:lnTo>
                        <a:lnTo>
                          <a:pt x="526116" y="441871"/>
                        </a:lnTo>
                        <a:lnTo>
                          <a:pt x="526116" y="183543"/>
                        </a:lnTo>
                        <a:lnTo>
                          <a:pt x="536563" y="172224"/>
                        </a:lnTo>
                        <a:close/>
                        <a:moveTo>
                          <a:pt x="1036571" y="172224"/>
                        </a:moveTo>
                        <a:lnTo>
                          <a:pt x="1046976" y="183492"/>
                        </a:lnTo>
                        <a:lnTo>
                          <a:pt x="1046976" y="441923"/>
                        </a:lnTo>
                        <a:lnTo>
                          <a:pt x="1036571" y="453190"/>
                        </a:lnTo>
                        <a:lnTo>
                          <a:pt x="798334" y="453190"/>
                        </a:lnTo>
                        <a:lnTo>
                          <a:pt x="787885" y="441871"/>
                        </a:lnTo>
                        <a:lnTo>
                          <a:pt x="787885" y="183543"/>
                        </a:lnTo>
                        <a:lnTo>
                          <a:pt x="798331" y="172224"/>
                        </a:lnTo>
                        <a:close/>
                        <a:moveTo>
                          <a:pt x="1298334" y="172224"/>
                        </a:moveTo>
                        <a:lnTo>
                          <a:pt x="1308718" y="183475"/>
                        </a:lnTo>
                        <a:lnTo>
                          <a:pt x="1308718" y="441939"/>
                        </a:lnTo>
                        <a:lnTo>
                          <a:pt x="1298334" y="453190"/>
                        </a:lnTo>
                        <a:lnTo>
                          <a:pt x="1060055" y="453190"/>
                        </a:lnTo>
                        <a:lnTo>
                          <a:pt x="1049562" y="441815"/>
                        </a:lnTo>
                        <a:lnTo>
                          <a:pt x="1049562" y="183595"/>
                        </a:lnTo>
                        <a:lnTo>
                          <a:pt x="1060055" y="172224"/>
                        </a:lnTo>
                        <a:close/>
                        <a:moveTo>
                          <a:pt x="1560089" y="172224"/>
                        </a:moveTo>
                        <a:lnTo>
                          <a:pt x="1570486" y="183490"/>
                        </a:lnTo>
                        <a:lnTo>
                          <a:pt x="1570486" y="441927"/>
                        </a:lnTo>
                        <a:lnTo>
                          <a:pt x="1560090" y="453190"/>
                        </a:lnTo>
                        <a:lnTo>
                          <a:pt x="1321801" y="453190"/>
                        </a:lnTo>
                        <a:lnTo>
                          <a:pt x="1311306" y="441799"/>
                        </a:lnTo>
                        <a:lnTo>
                          <a:pt x="1311306" y="183605"/>
                        </a:lnTo>
                        <a:lnTo>
                          <a:pt x="1321801" y="172224"/>
                        </a:lnTo>
                        <a:close/>
                        <a:moveTo>
                          <a:pt x="1821850" y="172224"/>
                        </a:moveTo>
                        <a:lnTo>
                          <a:pt x="1832238" y="183484"/>
                        </a:lnTo>
                        <a:lnTo>
                          <a:pt x="1832238" y="441935"/>
                        </a:lnTo>
                        <a:lnTo>
                          <a:pt x="1821850" y="453190"/>
                        </a:lnTo>
                        <a:lnTo>
                          <a:pt x="1583567" y="453190"/>
                        </a:lnTo>
                        <a:lnTo>
                          <a:pt x="1573041" y="441784"/>
                        </a:lnTo>
                        <a:lnTo>
                          <a:pt x="1573041" y="183625"/>
                        </a:lnTo>
                        <a:lnTo>
                          <a:pt x="1583564" y="172224"/>
                        </a:lnTo>
                        <a:close/>
                        <a:moveTo>
                          <a:pt x="2083625" y="172224"/>
                        </a:moveTo>
                        <a:lnTo>
                          <a:pt x="2094018" y="183490"/>
                        </a:lnTo>
                        <a:lnTo>
                          <a:pt x="2094018" y="441927"/>
                        </a:lnTo>
                        <a:lnTo>
                          <a:pt x="2083625" y="453190"/>
                        </a:lnTo>
                        <a:lnTo>
                          <a:pt x="1845327" y="453190"/>
                        </a:lnTo>
                        <a:lnTo>
                          <a:pt x="1834821" y="441806"/>
                        </a:lnTo>
                        <a:lnTo>
                          <a:pt x="1834821" y="183601"/>
                        </a:lnTo>
                        <a:lnTo>
                          <a:pt x="1845318" y="172224"/>
                        </a:lnTo>
                        <a:close/>
                        <a:moveTo>
                          <a:pt x="2345401" y="172224"/>
                        </a:moveTo>
                        <a:lnTo>
                          <a:pt x="2355746" y="183448"/>
                        </a:lnTo>
                        <a:lnTo>
                          <a:pt x="2355746" y="441971"/>
                        </a:lnTo>
                        <a:lnTo>
                          <a:pt x="2345405" y="453190"/>
                        </a:lnTo>
                        <a:lnTo>
                          <a:pt x="2107106" y="453190"/>
                        </a:lnTo>
                        <a:lnTo>
                          <a:pt x="2096579" y="441785"/>
                        </a:lnTo>
                        <a:lnTo>
                          <a:pt x="2096579" y="183625"/>
                        </a:lnTo>
                        <a:lnTo>
                          <a:pt x="2107099" y="172224"/>
                        </a:lnTo>
                        <a:close/>
                        <a:moveTo>
                          <a:pt x="2607169" y="172224"/>
                        </a:moveTo>
                        <a:lnTo>
                          <a:pt x="2617526" y="183446"/>
                        </a:lnTo>
                        <a:lnTo>
                          <a:pt x="2617526" y="441971"/>
                        </a:lnTo>
                        <a:lnTo>
                          <a:pt x="2607171" y="453190"/>
                        </a:lnTo>
                        <a:lnTo>
                          <a:pt x="2368891" y="453190"/>
                        </a:lnTo>
                        <a:lnTo>
                          <a:pt x="2358338" y="441766"/>
                        </a:lnTo>
                        <a:lnTo>
                          <a:pt x="2358338" y="183641"/>
                        </a:lnTo>
                        <a:lnTo>
                          <a:pt x="2368877" y="172224"/>
                        </a:lnTo>
                        <a:close/>
                        <a:moveTo>
                          <a:pt x="2868938" y="172224"/>
                        </a:moveTo>
                        <a:lnTo>
                          <a:pt x="2879302" y="183452"/>
                        </a:lnTo>
                        <a:lnTo>
                          <a:pt x="2879302" y="441970"/>
                        </a:lnTo>
                        <a:lnTo>
                          <a:pt x="2868944" y="453190"/>
                        </a:lnTo>
                        <a:lnTo>
                          <a:pt x="2630653" y="453190"/>
                        </a:lnTo>
                        <a:lnTo>
                          <a:pt x="2620086" y="441742"/>
                        </a:lnTo>
                        <a:lnTo>
                          <a:pt x="2620086" y="183665"/>
                        </a:lnTo>
                        <a:lnTo>
                          <a:pt x="2630646" y="172224"/>
                        </a:lnTo>
                        <a:close/>
                        <a:moveTo>
                          <a:pt x="3130709" y="172224"/>
                        </a:moveTo>
                        <a:lnTo>
                          <a:pt x="3141069" y="183450"/>
                        </a:lnTo>
                        <a:lnTo>
                          <a:pt x="3141069" y="441970"/>
                        </a:lnTo>
                        <a:lnTo>
                          <a:pt x="3130712" y="453190"/>
                        </a:lnTo>
                        <a:lnTo>
                          <a:pt x="2892423" y="453190"/>
                        </a:lnTo>
                        <a:lnTo>
                          <a:pt x="2881885" y="441774"/>
                        </a:lnTo>
                        <a:lnTo>
                          <a:pt x="2881885" y="183635"/>
                        </a:lnTo>
                        <a:lnTo>
                          <a:pt x="2892415" y="172224"/>
                        </a:lnTo>
                        <a:close/>
                        <a:moveTo>
                          <a:pt x="3392484" y="172224"/>
                        </a:moveTo>
                        <a:lnTo>
                          <a:pt x="3402872" y="183478"/>
                        </a:lnTo>
                        <a:lnTo>
                          <a:pt x="3402872" y="441939"/>
                        </a:lnTo>
                        <a:lnTo>
                          <a:pt x="3392485" y="453190"/>
                        </a:lnTo>
                        <a:lnTo>
                          <a:pt x="3154195" y="453190"/>
                        </a:lnTo>
                        <a:lnTo>
                          <a:pt x="3143653" y="441773"/>
                        </a:lnTo>
                        <a:lnTo>
                          <a:pt x="3143653" y="183635"/>
                        </a:lnTo>
                        <a:lnTo>
                          <a:pt x="3154186" y="172224"/>
                        </a:lnTo>
                        <a:close/>
                        <a:moveTo>
                          <a:pt x="3654243" y="172224"/>
                        </a:moveTo>
                        <a:lnTo>
                          <a:pt x="3664627" y="183475"/>
                        </a:lnTo>
                        <a:lnTo>
                          <a:pt x="3664627" y="441944"/>
                        </a:lnTo>
                        <a:lnTo>
                          <a:pt x="3654247" y="453190"/>
                        </a:lnTo>
                        <a:lnTo>
                          <a:pt x="3415967" y="453190"/>
                        </a:lnTo>
                        <a:lnTo>
                          <a:pt x="3405428" y="441773"/>
                        </a:lnTo>
                        <a:lnTo>
                          <a:pt x="3405428" y="183635"/>
                        </a:lnTo>
                        <a:lnTo>
                          <a:pt x="3415961" y="172224"/>
                        </a:lnTo>
                        <a:close/>
                        <a:moveTo>
                          <a:pt x="3916023" y="172224"/>
                        </a:moveTo>
                        <a:lnTo>
                          <a:pt x="3926415" y="183477"/>
                        </a:lnTo>
                        <a:lnTo>
                          <a:pt x="3926415" y="441939"/>
                        </a:lnTo>
                        <a:lnTo>
                          <a:pt x="3916025" y="453190"/>
                        </a:lnTo>
                        <a:lnTo>
                          <a:pt x="3677728" y="453190"/>
                        </a:lnTo>
                        <a:lnTo>
                          <a:pt x="3667182" y="441767"/>
                        </a:lnTo>
                        <a:lnTo>
                          <a:pt x="3667182" y="183640"/>
                        </a:lnTo>
                        <a:lnTo>
                          <a:pt x="3677720" y="172224"/>
                        </a:lnTo>
                        <a:close/>
                        <a:moveTo>
                          <a:pt x="4177811" y="172224"/>
                        </a:moveTo>
                        <a:lnTo>
                          <a:pt x="4188164" y="183446"/>
                        </a:lnTo>
                        <a:lnTo>
                          <a:pt x="4188164" y="441971"/>
                        </a:lnTo>
                        <a:lnTo>
                          <a:pt x="4177811" y="453190"/>
                        </a:lnTo>
                        <a:lnTo>
                          <a:pt x="3939502" y="453190"/>
                        </a:lnTo>
                        <a:lnTo>
                          <a:pt x="3928974" y="441776"/>
                        </a:lnTo>
                        <a:lnTo>
                          <a:pt x="3928974" y="183634"/>
                        </a:lnTo>
                        <a:lnTo>
                          <a:pt x="3939494" y="172224"/>
                        </a:lnTo>
                        <a:close/>
                        <a:moveTo>
                          <a:pt x="4439569" y="172224"/>
                        </a:moveTo>
                        <a:lnTo>
                          <a:pt x="4449916" y="183437"/>
                        </a:lnTo>
                        <a:lnTo>
                          <a:pt x="4449916" y="441981"/>
                        </a:lnTo>
                        <a:lnTo>
                          <a:pt x="4439571" y="453190"/>
                        </a:lnTo>
                        <a:lnTo>
                          <a:pt x="4201294" y="453190"/>
                        </a:lnTo>
                        <a:lnTo>
                          <a:pt x="4190720" y="441738"/>
                        </a:lnTo>
                        <a:lnTo>
                          <a:pt x="4190720" y="183670"/>
                        </a:lnTo>
                        <a:lnTo>
                          <a:pt x="4201287" y="172224"/>
                        </a:lnTo>
                        <a:close/>
                        <a:moveTo>
                          <a:pt x="4701344" y="172224"/>
                        </a:moveTo>
                        <a:lnTo>
                          <a:pt x="4711701" y="183446"/>
                        </a:lnTo>
                        <a:lnTo>
                          <a:pt x="4711701" y="441971"/>
                        </a:lnTo>
                        <a:lnTo>
                          <a:pt x="4701345" y="453190"/>
                        </a:lnTo>
                        <a:lnTo>
                          <a:pt x="4463050" y="453190"/>
                        </a:lnTo>
                        <a:lnTo>
                          <a:pt x="4452500" y="441759"/>
                        </a:lnTo>
                        <a:lnTo>
                          <a:pt x="4452500" y="183648"/>
                        </a:lnTo>
                        <a:lnTo>
                          <a:pt x="4463042" y="172224"/>
                        </a:lnTo>
                        <a:close/>
                        <a:moveTo>
                          <a:pt x="4714281" y="0"/>
                        </a:moveTo>
                        <a:lnTo>
                          <a:pt x="4711697" y="0"/>
                        </a:lnTo>
                        <a:lnTo>
                          <a:pt x="4711697" y="158224"/>
                        </a:lnTo>
                        <a:lnTo>
                          <a:pt x="4701343" y="169441"/>
                        </a:lnTo>
                        <a:lnTo>
                          <a:pt x="4463044" y="169441"/>
                        </a:lnTo>
                        <a:lnTo>
                          <a:pt x="4452494" y="158012"/>
                        </a:lnTo>
                        <a:lnTo>
                          <a:pt x="4452494" y="0"/>
                        </a:lnTo>
                        <a:lnTo>
                          <a:pt x="4449913" y="0"/>
                        </a:lnTo>
                        <a:lnTo>
                          <a:pt x="4449913" y="158231"/>
                        </a:lnTo>
                        <a:lnTo>
                          <a:pt x="4439567" y="169441"/>
                        </a:lnTo>
                        <a:lnTo>
                          <a:pt x="4201291" y="169441"/>
                        </a:lnTo>
                        <a:lnTo>
                          <a:pt x="4190714" y="157990"/>
                        </a:lnTo>
                        <a:lnTo>
                          <a:pt x="4190714" y="0"/>
                        </a:lnTo>
                        <a:lnTo>
                          <a:pt x="4188161" y="0"/>
                        </a:lnTo>
                        <a:lnTo>
                          <a:pt x="4188161" y="158224"/>
                        </a:lnTo>
                        <a:lnTo>
                          <a:pt x="4177809" y="169441"/>
                        </a:lnTo>
                        <a:lnTo>
                          <a:pt x="3939494" y="169441"/>
                        </a:lnTo>
                        <a:lnTo>
                          <a:pt x="3928969" y="158026"/>
                        </a:lnTo>
                        <a:lnTo>
                          <a:pt x="3928969" y="0"/>
                        </a:lnTo>
                        <a:lnTo>
                          <a:pt x="3926409" y="0"/>
                        </a:lnTo>
                        <a:lnTo>
                          <a:pt x="3926409" y="158192"/>
                        </a:lnTo>
                        <a:lnTo>
                          <a:pt x="3916022" y="169441"/>
                        </a:lnTo>
                        <a:lnTo>
                          <a:pt x="3677720" y="169441"/>
                        </a:lnTo>
                        <a:lnTo>
                          <a:pt x="3667179" y="158018"/>
                        </a:lnTo>
                        <a:lnTo>
                          <a:pt x="3667179" y="0"/>
                        </a:lnTo>
                        <a:lnTo>
                          <a:pt x="3664622" y="0"/>
                        </a:lnTo>
                        <a:lnTo>
                          <a:pt x="3664622" y="158195"/>
                        </a:lnTo>
                        <a:lnTo>
                          <a:pt x="3654242" y="169441"/>
                        </a:lnTo>
                        <a:lnTo>
                          <a:pt x="3415962" y="169441"/>
                        </a:lnTo>
                        <a:lnTo>
                          <a:pt x="3405422" y="158025"/>
                        </a:lnTo>
                        <a:lnTo>
                          <a:pt x="3405422" y="0"/>
                        </a:lnTo>
                        <a:lnTo>
                          <a:pt x="3402867" y="0"/>
                        </a:lnTo>
                        <a:lnTo>
                          <a:pt x="3402867" y="158192"/>
                        </a:lnTo>
                        <a:lnTo>
                          <a:pt x="3392481" y="169441"/>
                        </a:lnTo>
                        <a:lnTo>
                          <a:pt x="3154187" y="169441"/>
                        </a:lnTo>
                        <a:lnTo>
                          <a:pt x="3143648" y="158025"/>
                        </a:lnTo>
                        <a:lnTo>
                          <a:pt x="3143648" y="0"/>
                        </a:lnTo>
                        <a:lnTo>
                          <a:pt x="3141066" y="0"/>
                        </a:lnTo>
                        <a:lnTo>
                          <a:pt x="3141066" y="158217"/>
                        </a:lnTo>
                        <a:lnTo>
                          <a:pt x="3130707" y="169441"/>
                        </a:lnTo>
                        <a:lnTo>
                          <a:pt x="2892418" y="169441"/>
                        </a:lnTo>
                        <a:lnTo>
                          <a:pt x="2881884" y="158027"/>
                        </a:lnTo>
                        <a:lnTo>
                          <a:pt x="2881884" y="0"/>
                        </a:lnTo>
                        <a:lnTo>
                          <a:pt x="2879296" y="0"/>
                        </a:lnTo>
                        <a:lnTo>
                          <a:pt x="2879296" y="158219"/>
                        </a:lnTo>
                        <a:lnTo>
                          <a:pt x="2868932" y="169441"/>
                        </a:lnTo>
                        <a:lnTo>
                          <a:pt x="2630646" y="169441"/>
                        </a:lnTo>
                        <a:lnTo>
                          <a:pt x="2620081" y="157993"/>
                        </a:lnTo>
                        <a:lnTo>
                          <a:pt x="2620081" y="0"/>
                        </a:lnTo>
                        <a:lnTo>
                          <a:pt x="2617520" y="0"/>
                        </a:lnTo>
                        <a:lnTo>
                          <a:pt x="2617520" y="158224"/>
                        </a:lnTo>
                        <a:lnTo>
                          <a:pt x="2607169" y="169441"/>
                        </a:lnTo>
                        <a:lnTo>
                          <a:pt x="2368886" y="169441"/>
                        </a:lnTo>
                        <a:lnTo>
                          <a:pt x="2358329" y="158018"/>
                        </a:lnTo>
                        <a:lnTo>
                          <a:pt x="2358329" y="0"/>
                        </a:lnTo>
                        <a:lnTo>
                          <a:pt x="2355744" y="0"/>
                        </a:lnTo>
                        <a:lnTo>
                          <a:pt x="2355744" y="158222"/>
                        </a:lnTo>
                        <a:lnTo>
                          <a:pt x="2345401" y="169441"/>
                        </a:lnTo>
                        <a:lnTo>
                          <a:pt x="2107102" y="169441"/>
                        </a:lnTo>
                        <a:lnTo>
                          <a:pt x="2096575" y="158034"/>
                        </a:lnTo>
                        <a:lnTo>
                          <a:pt x="2096575" y="0"/>
                        </a:lnTo>
                        <a:lnTo>
                          <a:pt x="2094012" y="0"/>
                        </a:lnTo>
                        <a:lnTo>
                          <a:pt x="2094012" y="158180"/>
                        </a:lnTo>
                        <a:lnTo>
                          <a:pt x="2083625" y="169441"/>
                        </a:lnTo>
                        <a:lnTo>
                          <a:pt x="1845319" y="169441"/>
                        </a:lnTo>
                        <a:lnTo>
                          <a:pt x="1834815" y="158058"/>
                        </a:lnTo>
                        <a:lnTo>
                          <a:pt x="1834815" y="0"/>
                        </a:lnTo>
                        <a:lnTo>
                          <a:pt x="1832233" y="0"/>
                        </a:lnTo>
                        <a:lnTo>
                          <a:pt x="1832233" y="158185"/>
                        </a:lnTo>
                        <a:lnTo>
                          <a:pt x="1821844" y="169441"/>
                        </a:lnTo>
                        <a:lnTo>
                          <a:pt x="1583564" y="169441"/>
                        </a:lnTo>
                        <a:lnTo>
                          <a:pt x="1573040" y="158035"/>
                        </a:lnTo>
                        <a:lnTo>
                          <a:pt x="1573040" y="0"/>
                        </a:lnTo>
                        <a:lnTo>
                          <a:pt x="1570484" y="0"/>
                        </a:lnTo>
                        <a:lnTo>
                          <a:pt x="1570484" y="158178"/>
                        </a:lnTo>
                        <a:lnTo>
                          <a:pt x="1560085" y="169441"/>
                        </a:lnTo>
                        <a:lnTo>
                          <a:pt x="1321801" y="169441"/>
                        </a:lnTo>
                        <a:lnTo>
                          <a:pt x="1311283" y="158052"/>
                        </a:lnTo>
                        <a:lnTo>
                          <a:pt x="1311283" y="0"/>
                        </a:lnTo>
                        <a:lnTo>
                          <a:pt x="1308708" y="0"/>
                        </a:lnTo>
                        <a:lnTo>
                          <a:pt x="1308708" y="158192"/>
                        </a:lnTo>
                        <a:lnTo>
                          <a:pt x="1298334" y="169441"/>
                        </a:lnTo>
                        <a:lnTo>
                          <a:pt x="1060055" y="169441"/>
                        </a:lnTo>
                        <a:lnTo>
                          <a:pt x="1049557" y="158066"/>
                        </a:lnTo>
                        <a:lnTo>
                          <a:pt x="1049557" y="0"/>
                        </a:lnTo>
                        <a:lnTo>
                          <a:pt x="1046974" y="0"/>
                        </a:lnTo>
                        <a:lnTo>
                          <a:pt x="1046974" y="158175"/>
                        </a:lnTo>
                        <a:lnTo>
                          <a:pt x="1036571" y="169441"/>
                        </a:lnTo>
                        <a:lnTo>
                          <a:pt x="798333" y="169441"/>
                        </a:lnTo>
                        <a:lnTo>
                          <a:pt x="787885" y="158122"/>
                        </a:lnTo>
                        <a:lnTo>
                          <a:pt x="787885" y="0"/>
                        </a:lnTo>
                        <a:lnTo>
                          <a:pt x="785301" y="0"/>
                        </a:lnTo>
                        <a:lnTo>
                          <a:pt x="785301" y="158122"/>
                        </a:lnTo>
                        <a:lnTo>
                          <a:pt x="774854" y="169441"/>
                        </a:lnTo>
                        <a:lnTo>
                          <a:pt x="536565" y="169441"/>
                        </a:lnTo>
                        <a:lnTo>
                          <a:pt x="526116" y="158122"/>
                        </a:lnTo>
                        <a:lnTo>
                          <a:pt x="526116" y="0"/>
                        </a:lnTo>
                        <a:lnTo>
                          <a:pt x="523535" y="0"/>
                        </a:lnTo>
                        <a:lnTo>
                          <a:pt x="523535" y="158122"/>
                        </a:lnTo>
                        <a:lnTo>
                          <a:pt x="513086" y="169441"/>
                        </a:lnTo>
                        <a:lnTo>
                          <a:pt x="274769" y="169441"/>
                        </a:lnTo>
                        <a:lnTo>
                          <a:pt x="264349" y="158152"/>
                        </a:lnTo>
                        <a:lnTo>
                          <a:pt x="264349" y="0"/>
                        </a:lnTo>
                        <a:lnTo>
                          <a:pt x="261767" y="0"/>
                        </a:lnTo>
                        <a:lnTo>
                          <a:pt x="261767" y="158091"/>
                        </a:lnTo>
                        <a:lnTo>
                          <a:pt x="251291" y="169441"/>
                        </a:lnTo>
                        <a:lnTo>
                          <a:pt x="67161" y="169441"/>
                        </a:lnTo>
                        <a:lnTo>
                          <a:pt x="67161" y="172224"/>
                        </a:lnTo>
                        <a:lnTo>
                          <a:pt x="251294" y="172224"/>
                        </a:lnTo>
                        <a:lnTo>
                          <a:pt x="261767" y="183573"/>
                        </a:lnTo>
                        <a:lnTo>
                          <a:pt x="261767" y="441841"/>
                        </a:lnTo>
                        <a:lnTo>
                          <a:pt x="251289" y="453190"/>
                        </a:lnTo>
                        <a:lnTo>
                          <a:pt x="67161" y="453190"/>
                        </a:lnTo>
                        <a:lnTo>
                          <a:pt x="67161" y="455974"/>
                        </a:lnTo>
                        <a:lnTo>
                          <a:pt x="251294" y="455974"/>
                        </a:lnTo>
                        <a:lnTo>
                          <a:pt x="261767" y="467322"/>
                        </a:lnTo>
                        <a:lnTo>
                          <a:pt x="261767" y="561322"/>
                        </a:lnTo>
                        <a:lnTo>
                          <a:pt x="264349" y="561322"/>
                        </a:lnTo>
                        <a:lnTo>
                          <a:pt x="264349" y="467261"/>
                        </a:lnTo>
                        <a:lnTo>
                          <a:pt x="274765" y="455974"/>
                        </a:lnTo>
                        <a:lnTo>
                          <a:pt x="513089" y="455974"/>
                        </a:lnTo>
                        <a:lnTo>
                          <a:pt x="523535" y="467290"/>
                        </a:lnTo>
                        <a:lnTo>
                          <a:pt x="523535" y="561322"/>
                        </a:lnTo>
                        <a:lnTo>
                          <a:pt x="526116" y="561322"/>
                        </a:lnTo>
                        <a:lnTo>
                          <a:pt x="526116" y="467290"/>
                        </a:lnTo>
                        <a:lnTo>
                          <a:pt x="536562" y="455974"/>
                        </a:lnTo>
                        <a:lnTo>
                          <a:pt x="774856" y="455974"/>
                        </a:lnTo>
                        <a:lnTo>
                          <a:pt x="785301" y="467290"/>
                        </a:lnTo>
                        <a:lnTo>
                          <a:pt x="785301" y="561322"/>
                        </a:lnTo>
                        <a:lnTo>
                          <a:pt x="787885" y="561322"/>
                        </a:lnTo>
                        <a:lnTo>
                          <a:pt x="787885" y="467290"/>
                        </a:lnTo>
                        <a:lnTo>
                          <a:pt x="798330" y="455974"/>
                        </a:lnTo>
                        <a:lnTo>
                          <a:pt x="1036577" y="455974"/>
                        </a:lnTo>
                        <a:lnTo>
                          <a:pt x="1046980" y="467241"/>
                        </a:lnTo>
                        <a:lnTo>
                          <a:pt x="1046980" y="561322"/>
                        </a:lnTo>
                        <a:lnTo>
                          <a:pt x="1049562" y="561322"/>
                        </a:lnTo>
                        <a:lnTo>
                          <a:pt x="1049562" y="467343"/>
                        </a:lnTo>
                        <a:lnTo>
                          <a:pt x="1060055" y="455974"/>
                        </a:lnTo>
                        <a:lnTo>
                          <a:pt x="1298334" y="455974"/>
                        </a:lnTo>
                        <a:lnTo>
                          <a:pt x="1308721" y="467227"/>
                        </a:lnTo>
                        <a:lnTo>
                          <a:pt x="1308721" y="561322"/>
                        </a:lnTo>
                        <a:lnTo>
                          <a:pt x="1311306" y="561322"/>
                        </a:lnTo>
                        <a:lnTo>
                          <a:pt x="1311306" y="467353"/>
                        </a:lnTo>
                        <a:lnTo>
                          <a:pt x="1321801" y="455974"/>
                        </a:lnTo>
                        <a:lnTo>
                          <a:pt x="1560093" y="455974"/>
                        </a:lnTo>
                        <a:lnTo>
                          <a:pt x="1570491" y="467239"/>
                        </a:lnTo>
                        <a:lnTo>
                          <a:pt x="1570491" y="561322"/>
                        </a:lnTo>
                        <a:lnTo>
                          <a:pt x="1573045" y="561322"/>
                        </a:lnTo>
                        <a:lnTo>
                          <a:pt x="1573045" y="467374"/>
                        </a:lnTo>
                        <a:lnTo>
                          <a:pt x="1583565" y="455974"/>
                        </a:lnTo>
                        <a:lnTo>
                          <a:pt x="1821854" y="455974"/>
                        </a:lnTo>
                        <a:lnTo>
                          <a:pt x="1832241" y="467233"/>
                        </a:lnTo>
                        <a:lnTo>
                          <a:pt x="1832241" y="561322"/>
                        </a:lnTo>
                        <a:lnTo>
                          <a:pt x="1834826" y="561322"/>
                        </a:lnTo>
                        <a:lnTo>
                          <a:pt x="1834826" y="467350"/>
                        </a:lnTo>
                        <a:lnTo>
                          <a:pt x="1845322" y="455974"/>
                        </a:lnTo>
                        <a:lnTo>
                          <a:pt x="2083631" y="455974"/>
                        </a:lnTo>
                        <a:lnTo>
                          <a:pt x="2094024" y="467239"/>
                        </a:lnTo>
                        <a:lnTo>
                          <a:pt x="2094024" y="561322"/>
                        </a:lnTo>
                        <a:lnTo>
                          <a:pt x="2096583" y="561322"/>
                        </a:lnTo>
                        <a:lnTo>
                          <a:pt x="2096583" y="467373"/>
                        </a:lnTo>
                        <a:lnTo>
                          <a:pt x="2107102" y="455974"/>
                        </a:lnTo>
                        <a:lnTo>
                          <a:pt x="2345407" y="455974"/>
                        </a:lnTo>
                        <a:lnTo>
                          <a:pt x="2355756" y="467196"/>
                        </a:lnTo>
                        <a:lnTo>
                          <a:pt x="2355756" y="561322"/>
                        </a:lnTo>
                        <a:lnTo>
                          <a:pt x="2358343" y="561322"/>
                        </a:lnTo>
                        <a:lnTo>
                          <a:pt x="2358343" y="467388"/>
                        </a:lnTo>
                        <a:lnTo>
                          <a:pt x="2368886" y="455974"/>
                        </a:lnTo>
                        <a:lnTo>
                          <a:pt x="2607176" y="455974"/>
                        </a:lnTo>
                        <a:lnTo>
                          <a:pt x="2617528" y="467192"/>
                        </a:lnTo>
                        <a:lnTo>
                          <a:pt x="2617528" y="561322"/>
                        </a:lnTo>
                        <a:lnTo>
                          <a:pt x="2620089" y="561322"/>
                        </a:lnTo>
                        <a:lnTo>
                          <a:pt x="2620089" y="467416"/>
                        </a:lnTo>
                        <a:lnTo>
                          <a:pt x="2630648" y="455974"/>
                        </a:lnTo>
                        <a:lnTo>
                          <a:pt x="2868947" y="455974"/>
                        </a:lnTo>
                        <a:lnTo>
                          <a:pt x="2879310" y="467199"/>
                        </a:lnTo>
                        <a:lnTo>
                          <a:pt x="2879310" y="561322"/>
                        </a:lnTo>
                        <a:lnTo>
                          <a:pt x="2881890" y="561322"/>
                        </a:lnTo>
                        <a:lnTo>
                          <a:pt x="2881890" y="467381"/>
                        </a:lnTo>
                        <a:lnTo>
                          <a:pt x="2892420" y="455974"/>
                        </a:lnTo>
                        <a:lnTo>
                          <a:pt x="3130715" y="455974"/>
                        </a:lnTo>
                        <a:lnTo>
                          <a:pt x="3141077" y="467199"/>
                        </a:lnTo>
                        <a:lnTo>
                          <a:pt x="3141077" y="561322"/>
                        </a:lnTo>
                        <a:lnTo>
                          <a:pt x="3143659" y="561322"/>
                        </a:lnTo>
                        <a:lnTo>
                          <a:pt x="3143659" y="467382"/>
                        </a:lnTo>
                        <a:lnTo>
                          <a:pt x="3154191" y="455974"/>
                        </a:lnTo>
                        <a:lnTo>
                          <a:pt x="3392489" y="455974"/>
                        </a:lnTo>
                        <a:lnTo>
                          <a:pt x="3402877" y="467229"/>
                        </a:lnTo>
                        <a:lnTo>
                          <a:pt x="3402877" y="561322"/>
                        </a:lnTo>
                        <a:lnTo>
                          <a:pt x="3405432" y="561322"/>
                        </a:lnTo>
                        <a:lnTo>
                          <a:pt x="3405432" y="467382"/>
                        </a:lnTo>
                        <a:lnTo>
                          <a:pt x="3415964" y="455974"/>
                        </a:lnTo>
                        <a:lnTo>
                          <a:pt x="3654248" y="455974"/>
                        </a:lnTo>
                        <a:lnTo>
                          <a:pt x="3664630" y="467222"/>
                        </a:lnTo>
                        <a:lnTo>
                          <a:pt x="3664630" y="561322"/>
                        </a:lnTo>
                        <a:lnTo>
                          <a:pt x="3667188" y="561322"/>
                        </a:lnTo>
                        <a:lnTo>
                          <a:pt x="3667188" y="467388"/>
                        </a:lnTo>
                        <a:lnTo>
                          <a:pt x="3677723" y="455974"/>
                        </a:lnTo>
                        <a:lnTo>
                          <a:pt x="3916028" y="455974"/>
                        </a:lnTo>
                        <a:lnTo>
                          <a:pt x="3926418" y="467229"/>
                        </a:lnTo>
                        <a:lnTo>
                          <a:pt x="3926418" y="561322"/>
                        </a:lnTo>
                        <a:lnTo>
                          <a:pt x="3928977" y="561322"/>
                        </a:lnTo>
                        <a:lnTo>
                          <a:pt x="3928977" y="467381"/>
                        </a:lnTo>
                        <a:lnTo>
                          <a:pt x="3939498" y="455974"/>
                        </a:lnTo>
                        <a:lnTo>
                          <a:pt x="4177815" y="455974"/>
                        </a:lnTo>
                        <a:lnTo>
                          <a:pt x="4188170" y="467193"/>
                        </a:lnTo>
                        <a:lnTo>
                          <a:pt x="4188170" y="561322"/>
                        </a:lnTo>
                        <a:lnTo>
                          <a:pt x="4190725" y="561322"/>
                        </a:lnTo>
                        <a:lnTo>
                          <a:pt x="4190725" y="467419"/>
                        </a:lnTo>
                        <a:lnTo>
                          <a:pt x="4201292" y="455974"/>
                        </a:lnTo>
                        <a:lnTo>
                          <a:pt x="4439575" y="455974"/>
                        </a:lnTo>
                        <a:lnTo>
                          <a:pt x="4449923" y="467187"/>
                        </a:lnTo>
                        <a:lnTo>
                          <a:pt x="4449923" y="561322"/>
                        </a:lnTo>
                        <a:lnTo>
                          <a:pt x="4452505" y="561322"/>
                        </a:lnTo>
                        <a:lnTo>
                          <a:pt x="4452505" y="467395"/>
                        </a:lnTo>
                        <a:lnTo>
                          <a:pt x="4463047" y="455974"/>
                        </a:lnTo>
                        <a:lnTo>
                          <a:pt x="4701350" y="455974"/>
                        </a:lnTo>
                        <a:lnTo>
                          <a:pt x="4711706" y="467193"/>
                        </a:lnTo>
                        <a:lnTo>
                          <a:pt x="4711706" y="561322"/>
                        </a:lnTo>
                        <a:lnTo>
                          <a:pt x="4714289" y="561322"/>
                        </a:lnTo>
                        <a:lnTo>
                          <a:pt x="4714289" y="467388"/>
                        </a:lnTo>
                        <a:lnTo>
                          <a:pt x="4724825" y="455974"/>
                        </a:lnTo>
                        <a:lnTo>
                          <a:pt x="4890050" y="455974"/>
                        </a:lnTo>
                        <a:lnTo>
                          <a:pt x="4890044" y="453190"/>
                        </a:lnTo>
                        <a:lnTo>
                          <a:pt x="4724828" y="453190"/>
                        </a:lnTo>
                        <a:lnTo>
                          <a:pt x="4714285" y="441769"/>
                        </a:lnTo>
                        <a:lnTo>
                          <a:pt x="4714285" y="183638"/>
                        </a:lnTo>
                        <a:lnTo>
                          <a:pt x="4724821" y="172224"/>
                        </a:lnTo>
                        <a:lnTo>
                          <a:pt x="4889400" y="172224"/>
                        </a:lnTo>
                        <a:lnTo>
                          <a:pt x="4889394" y="169441"/>
                        </a:lnTo>
                        <a:lnTo>
                          <a:pt x="4724823" y="169441"/>
                        </a:lnTo>
                        <a:lnTo>
                          <a:pt x="4714281" y="158018"/>
                        </a:lnTo>
                        <a:close/>
                      </a:path>
                    </a:pathLst>
                  </a:custGeom>
                  <a:solidFill>
                    <a:schemeClr val="accent1">
                      <a:alpha val="18000"/>
                    </a:schemeClr>
                  </a:solidFill>
                  <a:ln w="2153" cap="flat">
                    <a:noFill/>
                    <a:prstDash val="solid"/>
                    <a:miter/>
                  </a:ln>
                </p:spPr>
                <p:txBody>
                  <a:bodyPr wrap="square" rtlCol="0" anchor="ctr">
                    <a:noAutofit/>
                  </a:bodyPr>
                  <a:lstStyle/>
                  <a:p>
                    <a:endParaRPr lang="zh-CN" altLang="en-US" sz="1520" dirty="0">
                      <a:effectLst>
                        <a:outerShdw blurRad="50800" dist="38100" dir="5400000" algn="t" rotWithShape="0">
                          <a:prstClr val="black">
                            <a:alpha val="40000"/>
                          </a:prstClr>
                        </a:outerShdw>
                      </a:effectLst>
                    </a:endParaRPr>
                  </a:p>
                </p:txBody>
              </p:sp>
            </p:grpSp>
            <p:pic>
              <p:nvPicPr>
                <p:cNvPr id="123" name="图片 122" descr="黑暗中的灯光&#10;&#10;描述已自动生成"/>
                <p:cNvPicPr>
                  <a:picLocks noChangeAspect="1"/>
                </p:cNvPicPr>
                <p:nvPr/>
              </p:nvPicPr>
              <p:blipFill>
                <a:blip r:embed="rId9" cstate="print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8916" y="157"/>
                  <a:ext cx="9649" cy="1721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100" name="组合 99"/>
            <p:cNvGrpSpPr/>
            <p:nvPr/>
          </p:nvGrpSpPr>
          <p:grpSpPr>
            <a:xfrm>
              <a:off x="8296" y="2440"/>
              <a:ext cx="4593" cy="4553"/>
              <a:chOff x="7848" y="2995"/>
              <a:chExt cx="5760" cy="3860"/>
            </a:xfrm>
          </p:grpSpPr>
          <p:sp>
            <p:nvSpPr>
              <p:cNvPr id="94" name="Text 16"/>
              <p:cNvSpPr/>
              <p:nvPr/>
            </p:nvSpPr>
            <p:spPr>
              <a:xfrm>
                <a:off x="7848" y="2995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在线编译或运行学生代码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5" name="Text 17"/>
              <p:cNvSpPr/>
              <p:nvPr/>
            </p:nvSpPr>
            <p:spPr>
              <a:xfrm>
                <a:off x="7848" y="3802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执行代码功能测试用例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6" name="Text 18"/>
              <p:cNvSpPr/>
              <p:nvPr/>
            </p:nvSpPr>
            <p:spPr>
              <a:xfrm>
                <a:off x="7848" y="4608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自动生成并发布最终成绩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7" name="Text 19"/>
              <p:cNvSpPr/>
              <p:nvPr/>
            </p:nvSpPr>
            <p:spPr>
              <a:xfrm>
                <a:off x="7848" y="5414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algn="l">
                  <a:buClrTx/>
                  <a:buSzTx/>
                  <a:buFontTx/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替代教师做最终评价判断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  <p:sp>
            <p:nvSpPr>
              <p:cNvPr id="99" name="Text 20"/>
              <p:cNvSpPr/>
              <p:nvPr/>
            </p:nvSpPr>
            <p:spPr>
              <a:xfrm>
                <a:off x="7848" y="6221"/>
                <a:ext cx="5760" cy="63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600" u="sng" dirty="0">
                    <a:solidFill>
                      <a:schemeClr val="bg1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✗ 与学生进行实时互动答疑</a:t>
                </a:r>
                <a:endParaRPr lang="en-US" sz="1600" u="sng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endParaRPr>
              </a:p>
            </p:txBody>
          </p:sp>
        </p:grpSp>
      </p:grpSp>
      <p:sp>
        <p:nvSpPr>
          <p:cNvPr id="102" name="任意多边形: 形状 33"/>
          <p:cNvSpPr/>
          <p:nvPr/>
        </p:nvSpPr>
        <p:spPr>
          <a:xfrm>
            <a:off x="2954020" y="4437380"/>
            <a:ext cx="3629660" cy="414020"/>
          </a:xfrm>
          <a:custGeom>
            <a:avLst/>
            <a:gdLst>
              <a:gd name="connsiteX0" fmla="*/ 274320 w 9874244"/>
              <a:gd name="connsiteY0" fmla="*/ 0 h 7383687"/>
              <a:gd name="connsiteX1" fmla="*/ 583655 w 9874244"/>
              <a:gd name="connsiteY1" fmla="*/ 0 h 7383687"/>
              <a:gd name="connsiteX2" fmla="*/ 4495068 w 9874244"/>
              <a:gd name="connsiteY2" fmla="*/ 0 h 7383687"/>
              <a:gd name="connsiteX3" fmla="*/ 4785360 w 9874244"/>
              <a:gd name="connsiteY3" fmla="*/ 0 h 7383687"/>
              <a:gd name="connsiteX4" fmla="*/ 4804404 w 9874244"/>
              <a:gd name="connsiteY4" fmla="*/ 0 h 7383687"/>
              <a:gd name="connsiteX5" fmla="*/ 5094696 w 9874244"/>
              <a:gd name="connsiteY5" fmla="*/ 0 h 7383687"/>
              <a:gd name="connsiteX6" fmla="*/ 9006108 w 9874244"/>
              <a:gd name="connsiteY6" fmla="*/ 0 h 7383687"/>
              <a:gd name="connsiteX7" fmla="*/ 9315444 w 9874244"/>
              <a:gd name="connsiteY7" fmla="*/ 0 h 7383687"/>
              <a:gd name="connsiteX8" fmla="*/ 9610084 w 9874244"/>
              <a:gd name="connsiteY8" fmla="*/ 248920 h 7383687"/>
              <a:gd name="connsiteX9" fmla="*/ 9610084 w 9874244"/>
              <a:gd name="connsiteY9" fmla="*/ 764447 h 7383687"/>
              <a:gd name="connsiteX10" fmla="*/ 9610084 w 9874244"/>
              <a:gd name="connsiteY10" fmla="*/ 3881120 h 7383687"/>
              <a:gd name="connsiteX11" fmla="*/ 9874244 w 9874244"/>
              <a:gd name="connsiteY11" fmla="*/ 4145280 h 7383687"/>
              <a:gd name="connsiteX12" fmla="*/ 9874244 w 9874244"/>
              <a:gd name="connsiteY12" fmla="*/ 4660807 h 7383687"/>
              <a:gd name="connsiteX13" fmla="*/ 9874244 w 9874244"/>
              <a:gd name="connsiteY13" fmla="*/ 6695440 h 7383687"/>
              <a:gd name="connsiteX14" fmla="*/ 9874244 w 9874244"/>
              <a:gd name="connsiteY14" fmla="*/ 7210967 h 7383687"/>
              <a:gd name="connsiteX15" fmla="*/ 9701524 w 9874244"/>
              <a:gd name="connsiteY15" fmla="*/ 7383687 h 7383687"/>
              <a:gd name="connsiteX16" fmla="*/ 9392188 w 9874244"/>
              <a:gd name="connsiteY16" fmla="*/ 7383687 h 7383687"/>
              <a:gd name="connsiteX17" fmla="*/ 5480776 w 9874244"/>
              <a:gd name="connsiteY17" fmla="*/ 7383687 h 7383687"/>
              <a:gd name="connsiteX18" fmla="*/ 5171440 w 9874244"/>
              <a:gd name="connsiteY18" fmla="*/ 7383687 h 7383687"/>
              <a:gd name="connsiteX19" fmla="*/ 4702804 w 9874244"/>
              <a:gd name="connsiteY19" fmla="*/ 7383687 h 7383687"/>
              <a:gd name="connsiteX20" fmla="*/ 4393468 w 9874244"/>
              <a:gd name="connsiteY20" fmla="*/ 7383687 h 7383687"/>
              <a:gd name="connsiteX21" fmla="*/ 482055 w 9874244"/>
              <a:gd name="connsiteY21" fmla="*/ 7383687 h 7383687"/>
              <a:gd name="connsiteX22" fmla="*/ 172720 w 9874244"/>
              <a:gd name="connsiteY22" fmla="*/ 7383687 h 7383687"/>
              <a:gd name="connsiteX23" fmla="*/ 0 w 9874244"/>
              <a:gd name="connsiteY23" fmla="*/ 7210967 h 7383687"/>
              <a:gd name="connsiteX24" fmla="*/ 1217 w 9874244"/>
              <a:gd name="connsiteY24" fmla="*/ 6696656 h 7383687"/>
              <a:gd name="connsiteX25" fmla="*/ 0 w 9874244"/>
              <a:gd name="connsiteY25" fmla="*/ 6695440 h 7383687"/>
              <a:gd name="connsiteX26" fmla="*/ 15240 w 9874244"/>
              <a:gd name="connsiteY26" fmla="*/ 251460 h 73836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</a:cxnLst>
            <a:rect l="l" t="t" r="r" b="b"/>
            <a:pathLst>
              <a:path w="9874244" h="7383687">
                <a:moveTo>
                  <a:pt x="274320" y="0"/>
                </a:moveTo>
                <a:lnTo>
                  <a:pt x="583655" y="0"/>
                </a:lnTo>
                <a:lnTo>
                  <a:pt x="4495068" y="0"/>
                </a:lnTo>
                <a:lnTo>
                  <a:pt x="4785360" y="0"/>
                </a:lnTo>
                <a:lnTo>
                  <a:pt x="4804404" y="0"/>
                </a:lnTo>
                <a:lnTo>
                  <a:pt x="5094696" y="0"/>
                </a:lnTo>
                <a:lnTo>
                  <a:pt x="9006108" y="0"/>
                </a:lnTo>
                <a:lnTo>
                  <a:pt x="9315444" y="0"/>
                </a:lnTo>
                <a:lnTo>
                  <a:pt x="9610084" y="248920"/>
                </a:lnTo>
                <a:lnTo>
                  <a:pt x="9610084" y="764447"/>
                </a:lnTo>
                <a:lnTo>
                  <a:pt x="9610084" y="3881120"/>
                </a:lnTo>
                <a:lnTo>
                  <a:pt x="9874244" y="4145280"/>
                </a:lnTo>
                <a:lnTo>
                  <a:pt x="9874244" y="4660807"/>
                </a:lnTo>
                <a:lnTo>
                  <a:pt x="9874244" y="6695440"/>
                </a:lnTo>
                <a:lnTo>
                  <a:pt x="9874244" y="7210967"/>
                </a:lnTo>
                <a:lnTo>
                  <a:pt x="9701524" y="7383687"/>
                </a:lnTo>
                <a:lnTo>
                  <a:pt x="9392188" y="7383687"/>
                </a:lnTo>
                <a:lnTo>
                  <a:pt x="5480776" y="7383687"/>
                </a:lnTo>
                <a:lnTo>
                  <a:pt x="5171440" y="7383687"/>
                </a:lnTo>
                <a:lnTo>
                  <a:pt x="4702804" y="7383687"/>
                </a:lnTo>
                <a:lnTo>
                  <a:pt x="4393468" y="7383687"/>
                </a:lnTo>
                <a:lnTo>
                  <a:pt x="482055" y="7383687"/>
                </a:lnTo>
                <a:lnTo>
                  <a:pt x="172720" y="7383687"/>
                </a:lnTo>
                <a:lnTo>
                  <a:pt x="0" y="7210967"/>
                </a:lnTo>
                <a:lnTo>
                  <a:pt x="1217" y="6696656"/>
                </a:lnTo>
                <a:lnTo>
                  <a:pt x="0" y="6695440"/>
                </a:lnTo>
                <a:lnTo>
                  <a:pt x="15240" y="25146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alpha val="50000"/>
                </a:schemeClr>
              </a:gs>
              <a:gs pos="50000">
                <a:srgbClr val="569ADE">
                  <a:alpha val="0"/>
                </a:srgbClr>
              </a:gs>
              <a:gs pos="100000">
                <a:schemeClr val="accent2">
                  <a:alpha val="50000"/>
                </a:schemeClr>
              </a:gs>
            </a:gsLst>
            <a:lin ang="2700000" scaled="1"/>
            <a:tileRect/>
          </a:gradFill>
          <a:ln w="6350">
            <a:gradFill>
              <a:gsLst>
                <a:gs pos="0">
                  <a:schemeClr val="accent1"/>
                </a:gs>
                <a:gs pos="50000">
                  <a:srgbClr val="0886D0"/>
                </a:gs>
                <a:gs pos="100000">
                  <a:schemeClr val="accent2"/>
                </a:gs>
              </a:gsLst>
              <a:lin ang="27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1219200"/>
            <a:r>
              <a:rPr lang="en-US" sz="1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  <a:sym typeface="+mn-ea"/>
              </a:rPr>
              <a:t>⚠  自动评分仅作参考依据，最终成绩由教师复核后发布</a:t>
            </a:r>
            <a:endParaRPr lang="en-US" altLang="en-US" sz="1000" dirty="0">
              <a:solidFill>
                <a:schemeClr val="bg1"/>
              </a:solidFill>
              <a:latin typeface="阿里巴巴普惠体 R"/>
              <a:ea typeface="阿里巴巴普惠体 R"/>
            </a:endParaRPr>
          </a:p>
        </p:txBody>
      </p:sp>
    </p:spTree>
    <p:custDataLst>
      <p:tags r:id="rId11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总体业务闭环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六步全流程 — 从组织准备到报表输出，全程可追溯</a:t>
            </a:r>
            <a:endParaRPr lang="en-US" sz="1300" dirty="0"/>
          </a:p>
        </p:txBody>
      </p:sp>
      <p:sp>
        <p:nvSpPr>
          <p:cNvPr id="7" name="Shape 5"/>
          <p:cNvSpPr/>
          <p:nvPr>
            <p:custDataLst>
              <p:tags r:id="rId1"/>
            </p:custDataLst>
          </p:nvPr>
        </p:nvSpPr>
        <p:spPr>
          <a:xfrm>
            <a:off x="3474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A3A5C">
              <a:alpha val="94000"/>
            </a:srgbClr>
          </a:solidFill>
          <a:ln w="12700">
            <a:solidFill>
              <a:srgbClr val="1A3A5C">
                <a:alpha val="88000"/>
              </a:srgbClr>
            </a:solidFill>
            <a:prstDash val="solid"/>
          </a:ln>
          <a:effectLst>
            <a:outerShdw blurRad="50800" dist="38100" dir="10800000" algn="r" rotWithShape="0">
              <a:srgbClr val="183859">
                <a:alpha val="40000"/>
              </a:srgbClr>
            </a:outerShdw>
          </a:effectLst>
        </p:spPr>
      </p:sp>
      <p:sp>
        <p:nvSpPr>
          <p:cNvPr id="8" name="Text 6"/>
          <p:cNvSpPr/>
          <p:nvPr>
            <p:custDataLst>
              <p:tags r:id="rId2"/>
            </p:custDataLst>
          </p:nvPr>
        </p:nvSpPr>
        <p:spPr>
          <a:xfrm>
            <a:off x="3474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01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9" name="Text 7"/>
          <p:cNvSpPr/>
          <p:nvPr>
            <p:custDataLst>
              <p:tags r:id="rId3"/>
            </p:custDataLst>
          </p:nvPr>
        </p:nvSpPr>
        <p:spPr>
          <a:xfrm>
            <a:off x="3474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组织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准备</a:t>
            </a:r>
            <a:endParaRPr lang="en-US" sz="1500" dirty="0"/>
          </a:p>
        </p:txBody>
      </p:sp>
      <p:sp>
        <p:nvSpPr>
          <p:cNvPr id="10" name="Shape 8"/>
          <p:cNvSpPr/>
          <p:nvPr>
            <p:custDataLst>
              <p:tags r:id="rId4"/>
            </p:custDataLst>
          </p:nvPr>
        </p:nvSpPr>
        <p:spPr>
          <a:xfrm>
            <a:off x="171907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1" name="Shape 9"/>
          <p:cNvSpPr/>
          <p:nvPr>
            <p:custDataLst>
              <p:tags r:id="rId5"/>
            </p:custDataLst>
          </p:nvPr>
        </p:nvSpPr>
        <p:spPr>
          <a:xfrm>
            <a:off x="3474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2" name="Text 10"/>
          <p:cNvSpPr/>
          <p:nvPr>
            <p:custDataLst>
              <p:tags r:id="rId6"/>
            </p:custDataLst>
          </p:nvPr>
        </p:nvSpPr>
        <p:spPr>
          <a:xfrm>
            <a:off x="4206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管理员维护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用户/课程/班级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3" name="Shape 11"/>
          <p:cNvSpPr/>
          <p:nvPr>
            <p:custDataLst>
              <p:tags r:id="rId7"/>
            </p:custDataLst>
          </p:nvPr>
        </p:nvSpPr>
        <p:spPr>
          <a:xfrm>
            <a:off x="181051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14" name="Text 12"/>
          <p:cNvSpPr/>
          <p:nvPr>
            <p:custDataLst>
              <p:tags r:id="rId8"/>
            </p:custDataLst>
          </p:nvPr>
        </p:nvSpPr>
        <p:spPr>
          <a:xfrm>
            <a:off x="181051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5" name="Text 13"/>
          <p:cNvSpPr/>
          <p:nvPr>
            <p:custDataLst>
              <p:tags r:id="rId9"/>
            </p:custDataLst>
          </p:nvPr>
        </p:nvSpPr>
        <p:spPr>
          <a:xfrm>
            <a:off x="181051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</a:t>
            </a:r>
            <a:endParaRPr lang="en-US" sz="1500" dirty="0"/>
          </a:p>
        </p:txBody>
      </p:sp>
      <p:sp>
        <p:nvSpPr>
          <p:cNvPr id="16" name="Shape 14"/>
          <p:cNvSpPr/>
          <p:nvPr>
            <p:custDataLst>
              <p:tags r:id="rId10"/>
            </p:custDataLst>
          </p:nvPr>
        </p:nvSpPr>
        <p:spPr>
          <a:xfrm>
            <a:off x="318211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>
            <p:custDataLst>
              <p:tags r:id="rId11"/>
            </p:custDataLst>
          </p:nvPr>
        </p:nvSpPr>
        <p:spPr>
          <a:xfrm>
            <a:off x="181051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E4D7B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Text 16"/>
          <p:cNvSpPr/>
          <p:nvPr>
            <p:custDataLst>
              <p:tags r:id="rId12"/>
            </p:custDataLst>
          </p:nvPr>
        </p:nvSpPr>
        <p:spPr>
          <a:xfrm>
            <a:off x="188366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教师配置要求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模板与指标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19" name="Shape 17"/>
          <p:cNvSpPr/>
          <p:nvPr>
            <p:custDataLst>
              <p:tags r:id="rId13"/>
            </p:custDataLst>
          </p:nvPr>
        </p:nvSpPr>
        <p:spPr>
          <a:xfrm>
            <a:off x="327355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0" name="Text 18"/>
          <p:cNvSpPr/>
          <p:nvPr>
            <p:custDataLst>
              <p:tags r:id="rId14"/>
            </p:custDataLst>
          </p:nvPr>
        </p:nvSpPr>
        <p:spPr>
          <a:xfrm>
            <a:off x="327355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1" name="Text 19"/>
          <p:cNvSpPr/>
          <p:nvPr>
            <p:custDataLst>
              <p:tags r:id="rId15"/>
            </p:custDataLst>
          </p:nvPr>
        </p:nvSpPr>
        <p:spPr>
          <a:xfrm>
            <a:off x="327355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</a:t>
            </a:r>
            <a:endParaRPr lang="en-US" sz="1500" dirty="0"/>
          </a:p>
        </p:txBody>
      </p:sp>
      <p:sp>
        <p:nvSpPr>
          <p:cNvPr id="22" name="Shape 20"/>
          <p:cNvSpPr/>
          <p:nvPr>
            <p:custDataLst>
              <p:tags r:id="rId16"/>
            </p:custDataLst>
          </p:nvPr>
        </p:nvSpPr>
        <p:spPr>
          <a:xfrm>
            <a:off x="464515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3" name="Shape 21"/>
          <p:cNvSpPr/>
          <p:nvPr>
            <p:custDataLst>
              <p:tags r:id="rId17"/>
            </p:custDataLst>
          </p:nvPr>
        </p:nvSpPr>
        <p:spPr>
          <a:xfrm>
            <a:off x="327355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4" name="Text 22"/>
          <p:cNvSpPr/>
          <p:nvPr>
            <p:custDataLst>
              <p:tags r:id="rId18"/>
            </p:custDataLst>
          </p:nvPr>
        </p:nvSpPr>
        <p:spPr>
          <a:xfrm>
            <a:off x="334670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学生上传文件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版本可追溯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5" name="Shape 23"/>
          <p:cNvSpPr/>
          <p:nvPr>
            <p:custDataLst>
              <p:tags r:id="rId19"/>
            </p:custDataLst>
          </p:nvPr>
        </p:nvSpPr>
        <p:spPr>
          <a:xfrm>
            <a:off x="473659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26" name="Text 24"/>
          <p:cNvSpPr/>
          <p:nvPr>
            <p:custDataLst>
              <p:tags r:id="rId20"/>
            </p:custDataLst>
          </p:nvPr>
        </p:nvSpPr>
        <p:spPr>
          <a:xfrm>
            <a:off x="473659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27" name="Text 25"/>
          <p:cNvSpPr/>
          <p:nvPr>
            <p:custDataLst>
              <p:tags r:id="rId21"/>
            </p:custDataLst>
          </p:nvPr>
        </p:nvSpPr>
        <p:spPr>
          <a:xfrm>
            <a:off x="473659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</a:t>
            </a:r>
            <a:endParaRPr lang="en-US" sz="1500" dirty="0"/>
          </a:p>
        </p:txBody>
      </p:sp>
      <p:sp>
        <p:nvSpPr>
          <p:cNvPr id="28" name="Shape 26"/>
          <p:cNvSpPr/>
          <p:nvPr>
            <p:custDataLst>
              <p:tags r:id="rId22"/>
            </p:custDataLst>
          </p:nvPr>
        </p:nvSpPr>
        <p:spPr>
          <a:xfrm>
            <a:off x="610819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9" name="Shape 27"/>
          <p:cNvSpPr/>
          <p:nvPr>
            <p:custDataLst>
              <p:tags r:id="rId23"/>
            </p:custDataLst>
          </p:nvPr>
        </p:nvSpPr>
        <p:spPr>
          <a:xfrm>
            <a:off x="473659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Text 28"/>
          <p:cNvSpPr/>
          <p:nvPr>
            <p:custDataLst>
              <p:tags r:id="rId24"/>
            </p:custDataLst>
          </p:nvPr>
        </p:nvSpPr>
        <p:spPr>
          <a:xfrm>
            <a:off x="480974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系统静态解析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AI辅助建议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1" name="Shape 29"/>
          <p:cNvSpPr/>
          <p:nvPr>
            <p:custDataLst>
              <p:tags r:id="rId25"/>
            </p:custDataLst>
          </p:nvPr>
        </p:nvSpPr>
        <p:spPr>
          <a:xfrm>
            <a:off x="619963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  <a:effectLst>
            <a:outerShdw blurRad="76200" dist="38100" dir="5400000" algn="bl" rotWithShape="0">
              <a:srgbClr val="A0B8D0">
                <a:alpha val="30000"/>
              </a:srgbClr>
            </a:outerShdw>
          </a:effectLst>
        </p:spPr>
      </p:sp>
      <p:sp>
        <p:nvSpPr>
          <p:cNvPr id="32" name="Text 30"/>
          <p:cNvSpPr/>
          <p:nvPr>
            <p:custDataLst>
              <p:tags r:id="rId26"/>
            </p:custDataLst>
          </p:nvPr>
        </p:nvSpPr>
        <p:spPr>
          <a:xfrm>
            <a:off x="619963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05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3" name="Text 31"/>
          <p:cNvSpPr/>
          <p:nvPr>
            <p:custDataLst>
              <p:tags r:id="rId27"/>
            </p:custDataLst>
          </p:nvPr>
        </p:nvSpPr>
        <p:spPr>
          <a:xfrm>
            <a:off x="619963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</a:t>
            </a:r>
            <a:endParaRPr lang="en-US" sz="1500" dirty="0"/>
          </a:p>
        </p:txBody>
      </p:sp>
      <p:sp>
        <p:nvSpPr>
          <p:cNvPr id="34" name="Shape 32"/>
          <p:cNvSpPr/>
          <p:nvPr>
            <p:custDataLst>
              <p:tags r:id="rId28"/>
            </p:custDataLst>
          </p:nvPr>
        </p:nvSpPr>
        <p:spPr>
          <a:xfrm>
            <a:off x="7571232" y="2029968"/>
            <a:ext cx="9144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5" name="Shape 33"/>
          <p:cNvSpPr/>
          <p:nvPr>
            <p:custDataLst>
              <p:tags r:id="rId29"/>
            </p:custDataLst>
          </p:nvPr>
        </p:nvSpPr>
        <p:spPr>
          <a:xfrm>
            <a:off x="619963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6" name="Text 34"/>
          <p:cNvSpPr/>
          <p:nvPr>
            <p:custDataLst>
              <p:tags r:id="rId30"/>
            </p:custDataLst>
          </p:nvPr>
        </p:nvSpPr>
        <p:spPr>
          <a:xfrm>
            <a:off x="627278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教师调分评语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发布正式成绩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7" name="Shape 35"/>
          <p:cNvSpPr/>
          <p:nvPr>
            <p:custDataLst>
              <p:tags r:id="rId31"/>
            </p:custDataLst>
          </p:nvPr>
        </p:nvSpPr>
        <p:spPr>
          <a:xfrm>
            <a:off x="7662672" y="1417320"/>
            <a:ext cx="1371600" cy="1417320"/>
          </a:xfrm>
          <a:prstGeom prst="roundRect">
            <a:avLst>
              <a:gd name="adj" fmla="val 8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50800" dist="38100" algn="l" rotWithShape="0">
              <a:srgbClr val="27AE60">
                <a:alpha val="40000"/>
              </a:srgbClr>
            </a:outerShdw>
          </a:effectLst>
        </p:spPr>
      </p:sp>
      <p:sp>
        <p:nvSpPr>
          <p:cNvPr id="38" name="Text 36"/>
          <p:cNvSpPr/>
          <p:nvPr>
            <p:custDataLst>
              <p:tags r:id="rId32"/>
            </p:custDataLst>
          </p:nvPr>
        </p:nvSpPr>
        <p:spPr>
          <a:xfrm>
            <a:off x="7662672" y="1463040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FontTx/>
              <a:buNone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06</a:t>
            </a:r>
            <a:endParaRPr lang="en-US" sz="18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39" name="Text 37"/>
          <p:cNvSpPr/>
          <p:nvPr>
            <p:custDataLst>
              <p:tags r:id="rId33"/>
            </p:custDataLst>
          </p:nvPr>
        </p:nvSpPr>
        <p:spPr>
          <a:xfrm>
            <a:off x="7662672" y="1810512"/>
            <a:ext cx="13716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汇总</a:t>
            </a:r>
            <a:endParaRPr lang="en-US" sz="1500" dirty="0"/>
          </a:p>
        </p:txBody>
      </p:sp>
      <p:sp>
        <p:nvSpPr>
          <p:cNvPr id="40" name="Shape 38"/>
          <p:cNvSpPr/>
          <p:nvPr>
            <p:custDataLst>
              <p:tags r:id="rId34"/>
            </p:custDataLst>
          </p:nvPr>
        </p:nvSpPr>
        <p:spPr>
          <a:xfrm>
            <a:off x="7662672" y="2971800"/>
            <a:ext cx="137160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41" name="Text 39"/>
          <p:cNvSpPr/>
          <p:nvPr>
            <p:custDataLst>
              <p:tags r:id="rId35"/>
            </p:custDataLst>
          </p:nvPr>
        </p:nvSpPr>
        <p:spPr>
          <a:xfrm>
            <a:off x="7735824" y="3017520"/>
            <a:ext cx="1225296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algn="ctr">
              <a:buClrTx/>
              <a:buSzTx/>
              <a:buNone/>
            </a:pPr>
            <a:r>
              <a:rPr lang="en-US" sz="14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400" dirty="0">
              <a:solidFill>
                <a:srgbClr val="4A608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1828800" y="4328160"/>
            <a:ext cx="5486400" cy="31115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 全程数据留存，支持回溯查验</a:t>
            </a:r>
            <a:endParaRPr lang="en-US" i="1" dirty="0">
              <a:solidFill>
                <a:srgbClr val="17A589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6" name="组合 5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57" name="直接连接符 5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58" name="组合 5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59" name="图片 58" descr="黑暗中的灯光&#10;&#10;描述已自动生成"/>
              <p:cNvPicPr>
                <a:picLocks noChangeAspect="1"/>
              </p:cNvPicPr>
              <p:nvPr/>
            </p:nvPicPr>
            <p:blipFill>
              <a:blip r:embed="rId3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60" name="组合 59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61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62" name="矩形 61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第一章  背景与定位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37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6405" y="-650240"/>
            <a:ext cx="11323320" cy="7840345"/>
            <a:chOff x="-431" y="-4043"/>
            <a:chExt cx="17832" cy="12347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7" y="-4043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系统架构与角色体系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技术如何支撑业务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系统技术架构概览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前后端分离 · 分层清晰 · 支持国产化部署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7160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用户层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1417320" y="138988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508760" y="138988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浏览器 / PC 客户端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77240" y="1847088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0040" y="1947672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47672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417320" y="1965960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08760" y="1965960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Vue 3 + Element Plus　　前端路由隔离（角色）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2423160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0040" y="2523744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D5F5E3"/>
          </a:solidFill>
          <a:ln w="12700">
            <a:solidFill>
              <a:srgbClr val="D5F5E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2523744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5C3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接入层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417320" y="2542032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508760" y="2542032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Nginx 反向代理 · HTTPS · 静态资源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777240" y="2999232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20040" y="3099816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099816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应用层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417320" y="3118104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508760" y="3118104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Spring Boot 3.2.5 / Java 17　　RESTful API · JWT · RBAC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777240" y="3575304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20040" y="3675888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3675888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数据层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1417320" y="3694176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508760" y="3694176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MySQL / MariaDB　　Redis（状态缓存）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777240" y="4151376"/>
            <a:ext cx="73152" cy="10058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20040" y="4251960"/>
            <a:ext cx="1005840" cy="475488"/>
          </a:xfrm>
          <a:prstGeom prst="roundRect">
            <a:avLst>
              <a:gd name="adj" fmla="val 11538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20040" y="4251960"/>
            <a:ext cx="1005840" cy="47548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存储层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1417320" y="4270248"/>
            <a:ext cx="5303520" cy="438912"/>
          </a:xfrm>
          <a:prstGeom prst="roundRect">
            <a:avLst>
              <a:gd name="adj" fmla="val 12500"/>
            </a:avLst>
          </a:prstGeom>
          <a:solidFill>
            <a:srgbClr val="F8FB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1508760" y="4270248"/>
            <a:ext cx="5120640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MinIO / 本地文件存储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949440" y="2194560"/>
            <a:ext cx="1828800" cy="1005840"/>
          </a:xfrm>
          <a:prstGeom prst="roundRect">
            <a:avLst>
              <a:gd name="adj" fmla="val 10909"/>
            </a:avLst>
          </a:prstGeom>
          <a:solidFill>
            <a:srgbClr val="FEF9E7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2194560"/>
            <a:ext cx="182880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（外部服务·可配置）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720840" y="2542032"/>
            <a:ext cx="22860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92240" y="2432304"/>
            <a:ext cx="36576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←</a:t>
            </a:r>
            <a:endParaRPr lang="en-US" sz="1300" dirty="0"/>
          </a:p>
        </p:txBody>
      </p:sp>
      <p:grpSp>
        <p:nvGrpSpPr>
          <p:cNvPr id="42" name="组合 41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3" name="直接连接符 42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4" name="组合 43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5" name="组合 44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三类角色与工作台入口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登录后按角色自动跳转专属工作台 — 权限数据双重隔离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20040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Admin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21208" y="2212848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0664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用户账号管理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21208" y="2871216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0664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课程与班级维护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21208" y="3529584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0664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角色权限分配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21208" y="4187952"/>
            <a:ext cx="146304" cy="146304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0664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系统全局设置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27705" y="1371600"/>
            <a:ext cx="2724785" cy="3359785"/>
          </a:xfrm>
          <a:prstGeom prst="roundRect">
            <a:avLst>
              <a:gd name="adj" fmla="val 3356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27832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27832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3227832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Teacher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29000" y="2212848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48456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发布实训项目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429000" y="2871216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48456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配置评价模板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3429000" y="3529584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48456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复核终评发布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3429000" y="4187952"/>
            <a:ext cx="146304" cy="146304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48456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查看报表画像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135370" y="1371600"/>
            <a:ext cx="2724785" cy="3374390"/>
          </a:xfrm>
          <a:prstGeom prst="roundRect">
            <a:avLst>
              <a:gd name="adj" fmla="val 3356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6135624" y="1371600"/>
            <a:ext cx="2724912" cy="685800"/>
          </a:xfrm>
          <a:prstGeom prst="roundRect">
            <a:avLst>
              <a:gd name="adj" fmla="val 13333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135624" y="1417320"/>
            <a:ext cx="2724912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6135624" y="1719072"/>
            <a:ext cx="2724912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8D0E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Student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336792" y="2212848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556248" y="2176272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查看课程任务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6336792" y="2871216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556248" y="2834640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提交成果文件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6336792" y="3529584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556248" y="3493008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追踪处理状态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6336792" y="4187952"/>
            <a:ext cx="146304" cy="146304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556248" y="4151376"/>
            <a:ext cx="2194560" cy="31089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查看评价结果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1371600" y="4773168"/>
            <a:ext cx="6400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前端路由隔离 · 后端 JWT + RBAC 鉴权 · 业务数据范围双重校验</a:t>
            </a:r>
            <a:endParaRPr lang="en-US" sz="1000" dirty="0"/>
          </a:p>
        </p:txBody>
      </p:sp>
      <p:grpSp>
        <p:nvGrpSpPr>
          <p:cNvPr id="46" name="组合 4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47" name="直接连接符 4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48" name="组合 4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49" name="组合 4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88000">
                      <a:srgbClr val="4BE6C7">
                        <a:alpha val="75000"/>
                        <a:lumMod val="59000"/>
                        <a:lumOff val="41000"/>
                      </a:srgbClr>
                    </a:gs>
                    <a:gs pos="100000">
                      <a:srgbClr val="F3FAF9"/>
                    </a:gs>
                    <a:gs pos="0">
                      <a:srgbClr val="17A589">
                        <a:alpha val="80000"/>
                        <a:lumMod val="65000"/>
                        <a:lumOff val="35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二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架构与角色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7/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7675" y="-626745"/>
            <a:ext cx="11125200" cy="7815580"/>
            <a:chOff x="-431" y="-4004"/>
            <a:chExt cx="17520" cy="12308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605" y="-4004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核心功能演示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跟随业务流程，逐环节展示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2062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管理员功能：教学组织准备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一次性配置好组织架构，后续评价全程有据可查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49047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9100" y="149047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👤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1115568" y="149047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15568" y="174650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新增账号、角色分配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密码重置、状态管理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24028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" y="231343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231343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📚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115568" y="231343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课程管理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15568" y="256946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创建课程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绑定教师与班级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306324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57200" y="313639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1363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🏫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115568" y="313639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班级管理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15568" y="339242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创建班级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维护学生名单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20040" y="3886200"/>
            <a:ext cx="4114800" cy="68580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57200" y="3959352"/>
            <a:ext cx="548640" cy="548640"/>
          </a:xfrm>
          <a:prstGeom prst="roundRect">
            <a:avLst>
              <a:gd name="adj" fmla="val 16667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18160" y="3974592"/>
            <a:ext cx="54864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</a:rPr>
              <a:t>⚙️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115568" y="3959352"/>
            <a:ext cx="310896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系统设置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115568" y="4215384"/>
            <a:ext cx="310896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全局参数配置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大模型服务设置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663440" y="1417320"/>
            <a:ext cx="4114800" cy="3337560"/>
          </a:xfrm>
          <a:prstGeom prst="roundRect">
            <a:avLst>
              <a:gd name="adj" fmla="val 2740"/>
            </a:avLst>
          </a:prstGeom>
          <a:solidFill>
            <a:srgbClr val="F0F8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663440" y="1417320"/>
            <a:ext cx="411480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663440" y="1417320"/>
            <a:ext cx="4114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用户管理界面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姓名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87568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角色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620256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solidFill>
            <a:srgbClr val="D6EAF8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552944" y="184708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754880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张老师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87568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20256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52944" y="2139696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754880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李同学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687568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620256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52944" y="2432304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编辑</a:t>
            </a:r>
            <a:endParaRPr lang="en-US" sz="1000" dirty="0"/>
          </a:p>
        </p:txBody>
      </p:sp>
      <p:sp>
        <p:nvSpPr>
          <p:cNvPr id="55" name="Shape 53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754880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王同学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687568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0256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停用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7552944" y="2724912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重置</a:t>
            </a:r>
            <a:endParaRPr lang="en-US" sz="1000" dirty="0"/>
          </a:p>
        </p:txBody>
      </p:sp>
      <p:sp>
        <p:nvSpPr>
          <p:cNvPr id="63" name="Shape 61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754880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5" name="Shape 63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5687568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620256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启用</a:t>
            </a:r>
            <a:endParaRPr lang="en-US" sz="1000" dirty="0"/>
          </a:p>
        </p:txBody>
      </p:sp>
      <p:sp>
        <p:nvSpPr>
          <p:cNvPr id="69" name="Shape 67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7552944" y="301752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—</a:t>
            </a:r>
            <a:endParaRPr lang="en-US" sz="1000" dirty="0"/>
          </a:p>
        </p:txBody>
      </p:sp>
      <p:sp>
        <p:nvSpPr>
          <p:cNvPr id="71" name="Text 69"/>
          <p:cNvSpPr/>
          <p:nvPr/>
        </p:nvSpPr>
        <p:spPr>
          <a:xfrm>
            <a:off x="4754880" y="3429000"/>
            <a:ext cx="3840480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[ 班级-学生维护界面 ]</a:t>
            </a:r>
            <a:endParaRPr lang="en-US" sz="1300" dirty="0"/>
          </a:p>
        </p:txBody>
      </p:sp>
      <p:sp>
        <p:nvSpPr>
          <p:cNvPr id="72" name="Shape 70"/>
          <p:cNvSpPr/>
          <p:nvPr/>
        </p:nvSpPr>
        <p:spPr>
          <a:xfrm>
            <a:off x="4754880" y="3401568"/>
            <a:ext cx="3840480" cy="1234440"/>
          </a:xfrm>
          <a:prstGeom prst="rect">
            <a:avLst/>
          </a:prstGeom>
          <a:solidFill>
            <a:srgbClr val="EEF6FF"/>
          </a:solidFill>
          <a:ln w="12700">
            <a:solidFill>
              <a:srgbClr val="D5E8F3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4846320" y="3456432"/>
            <a:ext cx="3657600" cy="10972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  软工2301  ▶  学生名单</a:t>
            </a:r>
            <a:endParaRPr lang="en-US" sz="1100" dirty="0"/>
          </a:p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张三  李四  王五  赵六  ……</a:t>
            </a:r>
            <a:endParaRPr lang="en-US" sz="11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教师功能：实训项目与评价规则配置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灵活的评价模板与评分指标 — 系统核心差异化能力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1. 创建项目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69164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73736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3736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2. 配置要求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10896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3. 绑定班级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52628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4. 设置模板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594360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5. 配置指标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360920" y="1545336"/>
            <a:ext cx="4572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406640" y="1389888"/>
            <a:ext cx="137160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06640" y="1389888"/>
            <a:ext cx="13716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6. 发布项目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89120" y="1810512"/>
            <a:ext cx="10972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★ 核心亮点</a:t>
            </a:r>
            <a:endParaRPr lang="en-US" sz="950" dirty="0"/>
          </a:p>
        </p:txBody>
      </p:sp>
      <p:grpSp>
        <p:nvGrpSpPr>
          <p:cNvPr id="84" name="组合 83"/>
          <p:cNvGrpSpPr/>
          <p:nvPr/>
        </p:nvGrpSpPr>
        <p:grpSpPr>
          <a:xfrm>
            <a:off x="320040" y="2065020"/>
            <a:ext cx="4160520" cy="2560320"/>
            <a:chOff x="504" y="3384"/>
            <a:chExt cx="6552" cy="4032"/>
          </a:xfrm>
        </p:grpSpPr>
        <p:grpSp>
          <p:nvGrpSpPr>
            <p:cNvPr id="69" name="组合 68"/>
            <p:cNvGrpSpPr/>
            <p:nvPr/>
          </p:nvGrpSpPr>
          <p:grpSpPr>
            <a:xfrm>
              <a:off x="504" y="3384"/>
              <a:ext cx="6552" cy="4032"/>
              <a:chOff x="504" y="3384"/>
              <a:chExt cx="6552" cy="4032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504" y="3384"/>
                <a:ext cx="6552" cy="4032"/>
              </a:xfrm>
              <a:prstGeom prst="roundRect">
                <a:avLst>
                  <a:gd name="adj" fmla="val 3571"/>
                </a:avLst>
              </a:prstGeom>
              <a:solidFill>
                <a:srgbClr val="FFFFFF"/>
              </a:solidFill>
              <a:ln w="12700">
                <a:solidFill>
                  <a:srgbClr val="D5E8F3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8" name="组合 67"/>
              <p:cNvGrpSpPr/>
              <p:nvPr/>
            </p:nvGrpSpPr>
            <p:grpSpPr>
              <a:xfrm>
                <a:off x="504" y="3384"/>
                <a:ext cx="6552" cy="546"/>
                <a:chOff x="504" y="3384"/>
                <a:chExt cx="6552" cy="546"/>
              </a:xfrm>
            </p:grpSpPr>
            <p:sp>
              <p:nvSpPr>
                <p:cNvPr id="26" name="Shape 24"/>
                <p:cNvSpPr/>
                <p:nvPr/>
              </p:nvSpPr>
              <p:spPr>
                <a:xfrm>
                  <a:off x="504" y="3384"/>
                  <a:ext cx="6552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A3A5C"/>
                </a:solidFill>
                <a:ln w="12700">
                  <a:solidFill>
                    <a:srgbClr val="1A3A5C"/>
                  </a:solidFill>
                  <a:prstDash val="solid"/>
                </a:ln>
              </p:spPr>
            </p:sp>
            <p:sp>
              <p:nvSpPr>
                <p:cNvPr id="27" name="Text 25"/>
                <p:cNvSpPr/>
                <p:nvPr/>
              </p:nvSpPr>
              <p:spPr>
                <a:xfrm>
                  <a:off x="1368" y="3384"/>
                  <a:ext cx="4824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评价模板配置</a:t>
                  </a:r>
                  <a:endParaRPr lang="en-US" sz="1300" dirty="0"/>
                </a:p>
              </p:txBody>
            </p:sp>
          </p:grpSp>
        </p:grpSp>
        <p:grpSp>
          <p:nvGrpSpPr>
            <p:cNvPr id="83" name="组合 82"/>
            <p:cNvGrpSpPr/>
            <p:nvPr/>
          </p:nvGrpSpPr>
          <p:grpSpPr>
            <a:xfrm>
              <a:off x="648" y="4061"/>
              <a:ext cx="4752" cy="2649"/>
              <a:chOff x="648" y="4061"/>
              <a:chExt cx="4752" cy="2649"/>
            </a:xfrm>
          </p:grpSpPr>
          <p:grpSp>
            <p:nvGrpSpPr>
              <p:cNvPr id="75" name="组合 74"/>
              <p:cNvGrpSpPr/>
              <p:nvPr/>
            </p:nvGrpSpPr>
            <p:grpSpPr>
              <a:xfrm>
                <a:off x="648" y="4061"/>
                <a:ext cx="4320" cy="576"/>
                <a:chOff x="648" y="4061"/>
                <a:chExt cx="4320" cy="576"/>
              </a:xfrm>
            </p:grpSpPr>
            <p:sp>
              <p:nvSpPr>
                <p:cNvPr id="28" name="Shape 26"/>
                <p:cNvSpPr/>
                <p:nvPr/>
              </p:nvSpPr>
              <p:spPr>
                <a:xfrm>
                  <a:off x="648" y="4061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29" name="Text 27"/>
                <p:cNvSpPr/>
                <p:nvPr/>
              </p:nvSpPr>
              <p:spPr>
                <a:xfrm>
                  <a:off x="792" y="4061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代码结构完整性</a:t>
                  </a:r>
                  <a:endParaRPr lang="en-US" sz="110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648" y="4752"/>
                <a:ext cx="4320" cy="576"/>
                <a:chOff x="648" y="4752"/>
                <a:chExt cx="4320" cy="576"/>
              </a:xfrm>
            </p:grpSpPr>
            <p:sp>
              <p:nvSpPr>
                <p:cNvPr id="32" name="Shape 30"/>
                <p:cNvSpPr/>
                <p:nvPr/>
              </p:nvSpPr>
              <p:spPr>
                <a:xfrm>
                  <a:off x="648" y="4752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3" name="Text 31"/>
                <p:cNvSpPr/>
                <p:nvPr/>
              </p:nvSpPr>
              <p:spPr>
                <a:xfrm>
                  <a:off x="792" y="4752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功能需求覆盖度</a:t>
                  </a:r>
                  <a:endParaRPr lang="en-US" sz="1100" dirty="0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48" y="5443"/>
                <a:ext cx="4320" cy="576"/>
                <a:chOff x="648" y="5443"/>
                <a:chExt cx="4320" cy="576"/>
              </a:xfrm>
            </p:grpSpPr>
            <p:sp>
              <p:nvSpPr>
                <p:cNvPr id="36" name="Shape 34"/>
                <p:cNvSpPr/>
                <p:nvPr/>
              </p:nvSpPr>
              <p:spPr>
                <a:xfrm>
                  <a:off x="648" y="5443"/>
                  <a:ext cx="4320" cy="576"/>
                </a:xfrm>
                <a:prstGeom prst="rect">
                  <a:avLst/>
                </a:prstGeom>
                <a:solidFill>
                  <a:srgbClr val="F8FB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37" name="Text 35"/>
                <p:cNvSpPr/>
                <p:nvPr/>
              </p:nvSpPr>
              <p:spPr>
                <a:xfrm>
                  <a:off x="792" y="5443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文档规范程度</a:t>
                  </a:r>
                  <a:endParaRPr lang="en-US" sz="1100" dirty="0"/>
                </a:p>
              </p:txBody>
            </p:sp>
          </p:grpSp>
          <p:grpSp>
            <p:nvGrpSpPr>
              <p:cNvPr id="82" name="组合 81"/>
              <p:cNvGrpSpPr/>
              <p:nvPr/>
            </p:nvGrpSpPr>
            <p:grpSpPr>
              <a:xfrm>
                <a:off x="648" y="6134"/>
                <a:ext cx="4320" cy="576"/>
                <a:chOff x="648" y="6134"/>
                <a:chExt cx="4320" cy="576"/>
              </a:xfrm>
            </p:grpSpPr>
            <p:sp>
              <p:nvSpPr>
                <p:cNvPr id="40" name="Shape 38"/>
                <p:cNvSpPr/>
                <p:nvPr/>
              </p:nvSpPr>
              <p:spPr>
                <a:xfrm>
                  <a:off x="648" y="6134"/>
                  <a:ext cx="4320" cy="576"/>
                </a:xfrm>
                <a:prstGeom prst="rect">
                  <a:avLst/>
                </a:prstGeom>
                <a:solidFill>
                  <a:srgbClr val="FFFFFF"/>
                </a:solidFill>
                <a:ln w="6350">
                  <a:solidFill>
                    <a:srgbClr val="D5E8F3"/>
                  </a:solidFill>
                  <a:prstDash val="solid"/>
                </a:ln>
              </p:spPr>
            </p:sp>
            <p:sp>
              <p:nvSpPr>
                <p:cNvPr id="41" name="Text 39"/>
                <p:cNvSpPr/>
                <p:nvPr/>
              </p:nvSpPr>
              <p:spPr>
                <a:xfrm>
                  <a:off x="792" y="6134"/>
                  <a:ext cx="3024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代码可读性</a:t>
                  </a:r>
                  <a:endParaRPr lang="en-US" sz="1100" dirty="0"/>
                </a:p>
              </p:txBody>
            </p:sp>
          </p:grpSp>
          <p:grpSp>
            <p:nvGrpSpPr>
              <p:cNvPr id="74" name="组合 73"/>
              <p:cNvGrpSpPr/>
              <p:nvPr/>
            </p:nvGrpSpPr>
            <p:grpSpPr>
              <a:xfrm>
                <a:off x="4392" y="4147"/>
                <a:ext cx="1008" cy="2476"/>
                <a:chOff x="4392" y="4147"/>
                <a:chExt cx="1008" cy="2476"/>
              </a:xfrm>
            </p:grpSpPr>
            <p:grpSp>
              <p:nvGrpSpPr>
                <p:cNvPr id="70" name="组合 69"/>
                <p:cNvGrpSpPr/>
                <p:nvPr/>
              </p:nvGrpSpPr>
              <p:grpSpPr>
                <a:xfrm>
                  <a:off x="4392" y="4147"/>
                  <a:ext cx="1008" cy="402"/>
                  <a:chOff x="4392" y="4147"/>
                  <a:chExt cx="1008" cy="402"/>
                </a:xfrm>
              </p:grpSpPr>
              <p:sp>
                <p:nvSpPr>
                  <p:cNvPr id="30" name="Shape 28"/>
                  <p:cNvSpPr/>
                  <p:nvPr/>
                </p:nvSpPr>
                <p:spPr>
                  <a:xfrm>
                    <a:off x="4392" y="4147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1" name="Text 29"/>
                  <p:cNvSpPr/>
                  <p:nvPr/>
                </p:nvSpPr>
                <p:spPr>
                  <a:xfrm>
                    <a:off x="4512" y="4147"/>
                    <a:ext cx="768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1" name="组合 70"/>
                <p:cNvGrpSpPr/>
                <p:nvPr/>
              </p:nvGrpSpPr>
              <p:grpSpPr>
                <a:xfrm>
                  <a:off x="4392" y="4838"/>
                  <a:ext cx="1008" cy="402"/>
                  <a:chOff x="4392" y="4838"/>
                  <a:chExt cx="1008" cy="402"/>
                </a:xfrm>
              </p:grpSpPr>
              <p:sp>
                <p:nvSpPr>
                  <p:cNvPr id="34" name="Shape 32"/>
                  <p:cNvSpPr/>
                  <p:nvPr/>
                </p:nvSpPr>
                <p:spPr>
                  <a:xfrm>
                    <a:off x="4392" y="4838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5" name="Text 33"/>
                  <p:cNvSpPr/>
                  <p:nvPr/>
                </p:nvSpPr>
                <p:spPr>
                  <a:xfrm>
                    <a:off x="4488" y="4838"/>
                    <a:ext cx="816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35分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2" name="组合 71"/>
                <p:cNvGrpSpPr/>
                <p:nvPr/>
              </p:nvGrpSpPr>
              <p:grpSpPr>
                <a:xfrm>
                  <a:off x="4392" y="5530"/>
                  <a:ext cx="1008" cy="402"/>
                  <a:chOff x="4392" y="5530"/>
                  <a:chExt cx="1008" cy="402"/>
                </a:xfrm>
              </p:grpSpPr>
              <p:sp>
                <p:nvSpPr>
                  <p:cNvPr id="38" name="Shape 36"/>
                  <p:cNvSpPr/>
                  <p:nvPr/>
                </p:nvSpPr>
                <p:spPr>
                  <a:xfrm>
                    <a:off x="4392" y="5530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39" name="Text 37"/>
                  <p:cNvSpPr/>
                  <p:nvPr/>
                </p:nvSpPr>
                <p:spPr>
                  <a:xfrm>
                    <a:off x="4440" y="5530"/>
                    <a:ext cx="912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25分</a:t>
                    </a:r>
                    <a:endParaRPr lang="en-US" sz="1000" dirty="0"/>
                  </a:p>
                </p:txBody>
              </p:sp>
            </p:grpSp>
            <p:grpSp>
              <p:nvGrpSpPr>
                <p:cNvPr id="73" name="组合 72"/>
                <p:cNvGrpSpPr/>
                <p:nvPr/>
              </p:nvGrpSpPr>
              <p:grpSpPr>
                <a:xfrm>
                  <a:off x="4392" y="6221"/>
                  <a:ext cx="1008" cy="402"/>
                  <a:chOff x="4392" y="6221"/>
                  <a:chExt cx="1008" cy="402"/>
                </a:xfrm>
              </p:grpSpPr>
              <p:sp>
                <p:nvSpPr>
                  <p:cNvPr id="42" name="Shape 40"/>
                  <p:cNvSpPr/>
                  <p:nvPr/>
                </p:nvSpPr>
                <p:spPr>
                  <a:xfrm>
                    <a:off x="4392" y="6221"/>
                    <a:ext cx="1008" cy="403"/>
                  </a:xfrm>
                  <a:prstGeom prst="roundRect">
                    <a:avLst>
                      <a:gd name="adj" fmla="val 21429"/>
                    </a:avLst>
                  </a:prstGeom>
                  <a:solidFill>
                    <a:srgbClr val="E67E22"/>
                  </a:solidFill>
                  <a:ln w="12700">
                    <a:solidFill>
                      <a:srgbClr val="E67E22"/>
                    </a:solidFill>
                    <a:prstDash val="solid"/>
                  </a:ln>
                </p:spPr>
              </p:sp>
              <p:sp>
                <p:nvSpPr>
                  <p:cNvPr id="43" name="Text 41"/>
                  <p:cNvSpPr/>
                  <p:nvPr/>
                </p:nvSpPr>
                <p:spPr>
                  <a:xfrm>
                    <a:off x="4440" y="6221"/>
                    <a:ext cx="960" cy="403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0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20分</a:t>
                    </a:r>
                    <a:endParaRPr lang="en-US" sz="1000" dirty="0"/>
                  </a:p>
                </p:txBody>
              </p:sp>
            </p:grpSp>
          </p:grpSp>
        </p:grpSp>
      </p:grpSp>
      <p:sp>
        <p:nvSpPr>
          <p:cNvPr id="2" name="Shape 58"/>
          <p:cNvSpPr/>
          <p:nvPr/>
        </p:nvSpPr>
        <p:spPr>
          <a:xfrm>
            <a:off x="1508760" y="4553585"/>
            <a:ext cx="1645920" cy="292608"/>
          </a:xfrm>
          <a:prstGeom prst="roundRect">
            <a:avLst>
              <a:gd name="adj" fmla="val 25000"/>
            </a:avLst>
          </a:prstGeom>
          <a:solidFill>
            <a:schemeClr val="bg1"/>
          </a:solidFill>
          <a:ln w="12700">
            <a:solidFill>
              <a:srgbClr val="27AE60"/>
            </a:solidFill>
            <a:prstDash val="solid"/>
          </a:ln>
        </p:spPr>
      </p:sp>
      <p:grpSp>
        <p:nvGrpSpPr>
          <p:cNvPr id="67" name="组合 66"/>
          <p:cNvGrpSpPr/>
          <p:nvPr/>
        </p:nvGrpSpPr>
        <p:grpSpPr>
          <a:xfrm>
            <a:off x="4663440" y="2058035"/>
            <a:ext cx="4114800" cy="2715260"/>
            <a:chOff x="7344" y="3384"/>
            <a:chExt cx="6480" cy="4276"/>
          </a:xfrm>
        </p:grpSpPr>
        <p:sp>
          <p:nvSpPr>
            <p:cNvPr id="45" name="Shape 43"/>
            <p:cNvSpPr/>
            <p:nvPr/>
          </p:nvSpPr>
          <p:spPr>
            <a:xfrm>
              <a:off x="7344" y="3384"/>
              <a:ext cx="6480" cy="4032"/>
            </a:xfrm>
            <a:prstGeom prst="roundRect">
              <a:avLst>
                <a:gd name="adj" fmla="val 3571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5" name="组合 64"/>
            <p:cNvGrpSpPr/>
            <p:nvPr/>
          </p:nvGrpSpPr>
          <p:grpSpPr>
            <a:xfrm>
              <a:off x="7344" y="3384"/>
              <a:ext cx="6480" cy="3498"/>
              <a:chOff x="7344" y="3384"/>
              <a:chExt cx="6480" cy="3498"/>
            </a:xfrm>
          </p:grpSpPr>
          <p:grpSp>
            <p:nvGrpSpPr>
              <p:cNvPr id="64" name="组合 63"/>
              <p:cNvGrpSpPr/>
              <p:nvPr/>
            </p:nvGrpSpPr>
            <p:grpSpPr>
              <a:xfrm>
                <a:off x="7344" y="3384"/>
                <a:ext cx="6480" cy="546"/>
                <a:chOff x="7344" y="3384"/>
                <a:chExt cx="6480" cy="546"/>
              </a:xfrm>
            </p:grpSpPr>
            <p:sp>
              <p:nvSpPr>
                <p:cNvPr id="46" name="Shape 44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oundRect">
                  <a:avLst>
                    <a:gd name="adj" fmla="val 21053"/>
                  </a:avLst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7" name="Text 45"/>
                <p:cNvSpPr/>
                <p:nvPr/>
              </p:nvSpPr>
              <p:spPr>
                <a:xfrm>
                  <a:off x="7344" y="3384"/>
                  <a:ext cx="6480" cy="54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30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创建实训项目</a:t>
                  </a:r>
                  <a:endParaRPr lang="en-US" sz="1300" dirty="0"/>
                </a:p>
              </p:txBody>
            </p:sp>
          </p:grpSp>
          <p:sp>
            <p:nvSpPr>
              <p:cNvPr id="48" name="Text 46"/>
              <p:cNvSpPr/>
              <p:nvPr/>
            </p:nvSpPr>
            <p:spPr>
              <a:xfrm>
                <a:off x="7488" y="4104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项目名称：</a:t>
                </a:r>
                <a:endParaRPr lang="en-US" sz="1000" dirty="0"/>
              </a:p>
            </p:txBody>
          </p:sp>
          <p:sp>
            <p:nvSpPr>
              <p:cNvPr id="49" name="Shape 47"/>
              <p:cNvSpPr/>
              <p:nvPr/>
            </p:nvSpPr>
            <p:spPr>
              <a:xfrm>
                <a:off x="9144" y="4104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0" name="Text 48"/>
              <p:cNvSpPr/>
              <p:nvPr/>
            </p:nvSpPr>
            <p:spPr>
              <a:xfrm>
                <a:off x="9288" y="4104"/>
                <a:ext cx="2748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Java 后端综合实训 2025</a:t>
                </a:r>
                <a:endParaRPr lang="en-US" sz="1000" dirty="0"/>
              </a:p>
            </p:txBody>
          </p:sp>
          <p:sp>
            <p:nvSpPr>
              <p:cNvPr id="51" name="Text 49"/>
              <p:cNvSpPr/>
              <p:nvPr/>
            </p:nvSpPr>
            <p:spPr>
              <a:xfrm>
                <a:off x="7488" y="4896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所属课程：</a:t>
                </a:r>
                <a:endParaRPr lang="en-US" sz="1000" dirty="0"/>
              </a:p>
            </p:txBody>
          </p:sp>
          <p:sp>
            <p:nvSpPr>
              <p:cNvPr id="52" name="Shape 50"/>
              <p:cNvSpPr/>
              <p:nvPr/>
            </p:nvSpPr>
            <p:spPr>
              <a:xfrm>
                <a:off x="9144" y="4896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3" name="Text 51"/>
              <p:cNvSpPr/>
              <p:nvPr/>
            </p:nvSpPr>
            <p:spPr>
              <a:xfrm>
                <a:off x="9288" y="4896"/>
                <a:ext cx="2065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软件工程实训</a:t>
                </a:r>
                <a:endParaRPr lang="en-US" sz="1000" dirty="0"/>
              </a:p>
            </p:txBody>
          </p:sp>
          <p:sp>
            <p:nvSpPr>
              <p:cNvPr id="54" name="Text 52"/>
              <p:cNvSpPr/>
              <p:nvPr/>
            </p:nvSpPr>
            <p:spPr>
              <a:xfrm>
                <a:off x="7488" y="5688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截止时间：</a:t>
                </a:r>
                <a:endParaRPr lang="en-US" sz="1000" dirty="0"/>
              </a:p>
            </p:txBody>
          </p:sp>
          <p:sp>
            <p:nvSpPr>
              <p:cNvPr id="55" name="Shape 53"/>
              <p:cNvSpPr/>
              <p:nvPr/>
            </p:nvSpPr>
            <p:spPr>
              <a:xfrm>
                <a:off x="9144" y="5688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6" name="Text 54"/>
              <p:cNvSpPr/>
              <p:nvPr/>
            </p:nvSpPr>
            <p:spPr>
              <a:xfrm>
                <a:off x="9288" y="5688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2025-12-20 23:59</a:t>
                </a:r>
                <a:endParaRPr lang="en-US" sz="1000" dirty="0"/>
              </a:p>
            </p:txBody>
          </p:sp>
          <p:sp>
            <p:nvSpPr>
              <p:cNvPr id="57" name="Text 55"/>
              <p:cNvSpPr/>
              <p:nvPr/>
            </p:nvSpPr>
            <p:spPr>
              <a:xfrm>
                <a:off x="7488" y="6480"/>
                <a:ext cx="1584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r">
                  <a:buNone/>
                </a:pPr>
                <a:r>
                  <a:rPr lang="en-US" sz="1000" b="1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关联班级：</a:t>
                </a:r>
                <a:endParaRPr lang="en-US" sz="1000" dirty="0"/>
              </a:p>
            </p:txBody>
          </p:sp>
          <p:sp>
            <p:nvSpPr>
              <p:cNvPr id="58" name="Shape 56"/>
              <p:cNvSpPr/>
              <p:nvPr/>
            </p:nvSpPr>
            <p:spPr>
              <a:xfrm>
                <a:off x="9144" y="6480"/>
                <a:ext cx="4320" cy="403"/>
              </a:xfrm>
              <a:prstGeom prst="roundRect">
                <a:avLst>
                  <a:gd name="adj" fmla="val 17857"/>
                </a:avLst>
              </a:prstGeom>
              <a:solidFill>
                <a:srgbClr val="F5F9FF"/>
              </a:solidFill>
              <a:ln w="1270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59" name="Text 57"/>
              <p:cNvSpPr/>
              <p:nvPr/>
            </p:nvSpPr>
            <p:spPr>
              <a:xfrm>
                <a:off x="9288" y="6480"/>
                <a:ext cx="223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软工2301、软工2302</a:t>
                </a:r>
                <a:endParaRPr lang="en-US" sz="1000" dirty="0"/>
              </a:p>
            </p:txBody>
          </p:sp>
        </p:grpSp>
        <p:sp>
          <p:nvSpPr>
            <p:cNvPr id="60" name="Shape 58"/>
            <p:cNvSpPr/>
            <p:nvPr/>
          </p:nvSpPr>
          <p:spPr>
            <a:xfrm>
              <a:off x="10224" y="7200"/>
              <a:ext cx="2592" cy="461"/>
            </a:xfrm>
            <a:prstGeom prst="roundRect">
              <a:avLst>
                <a:gd name="adj" fmla="val 25000"/>
              </a:avLst>
            </a:prstGeom>
            <a:solidFill>
              <a:srgbClr val="27AE60"/>
            </a:solidFill>
            <a:ln w="12700">
              <a:solidFill>
                <a:srgbClr val="27AE60"/>
              </a:solidFill>
              <a:prstDash val="solid"/>
            </a:ln>
          </p:spPr>
        </p:sp>
      </p:grpSp>
      <p:sp>
        <p:nvSpPr>
          <p:cNvPr id="61" name="Text 59"/>
          <p:cNvSpPr/>
          <p:nvPr/>
        </p:nvSpPr>
        <p:spPr>
          <a:xfrm>
            <a:off x="6492240" y="4481195"/>
            <a:ext cx="164592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 布</a:t>
            </a:r>
            <a:endParaRPr lang="en-US" sz="12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44" name="Text 42"/>
          <p:cNvSpPr/>
          <p:nvPr/>
        </p:nvSpPr>
        <p:spPr>
          <a:xfrm>
            <a:off x="1554480" y="4572000"/>
            <a:ext cx="1554480" cy="25590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可复用 · 支持跨项目引用</a:t>
            </a:r>
            <a:endParaRPr lang="en-US" sz="1000" dirty="0"/>
          </a:p>
        </p:txBody>
      </p:sp>
      <p:sp>
        <p:nvSpPr>
          <p:cNvPr id="62" name="Text 59"/>
          <p:cNvSpPr/>
          <p:nvPr/>
        </p:nvSpPr>
        <p:spPr>
          <a:xfrm>
            <a:off x="1554480" y="4446905"/>
            <a:ext cx="155448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200" dirty="0"/>
          </a:p>
        </p:txBody>
      </p:sp>
    </p:spTree>
    <p:custDataLst>
      <p:tags r:id="rId2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学生功能：任务查看与成果提交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一站式查看任务、提交成果、追踪状态 — 版本历史全程可查</a:t>
            </a:r>
            <a:endParaRPr lang="en-US" sz="1300" dirty="0"/>
          </a:p>
        </p:txBody>
      </p:sp>
      <p:grpSp>
        <p:nvGrpSpPr>
          <p:cNvPr id="62" name="组合 61"/>
          <p:cNvGrpSpPr/>
          <p:nvPr/>
        </p:nvGrpSpPr>
        <p:grpSpPr>
          <a:xfrm>
            <a:off x="320040" y="1318260"/>
            <a:ext cx="4023360" cy="1005840"/>
            <a:chOff x="504" y="2232"/>
            <a:chExt cx="6336" cy="1584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A3A5C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9" name="组合 58"/>
            <p:cNvGrpSpPr/>
            <p:nvPr/>
          </p:nvGrpSpPr>
          <p:grpSpPr>
            <a:xfrm>
              <a:off x="720" y="2549"/>
              <a:ext cx="892" cy="892"/>
              <a:chOff x="720" y="2549"/>
              <a:chExt cx="892" cy="892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549"/>
                <a:ext cx="893" cy="893"/>
              </a:xfrm>
              <a:prstGeom prst="ellipse">
                <a:avLst/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921" y="2549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01</a:t>
                </a:r>
                <a:endParaRPr lang="en-US" sz="16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405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查看课程任务</a:t>
              </a:r>
              <a:endParaRPr lang="en-US" sz="14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894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显示项目名称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截止时间与提交状态</a:t>
              </a:r>
              <a:endParaRPr lang="en-US" sz="1100" dirty="0"/>
            </a:p>
          </p:txBody>
        </p:sp>
      </p:grpSp>
      <p:sp>
        <p:nvSpPr>
          <p:cNvPr id="12" name="Shape 10"/>
          <p:cNvSpPr/>
          <p:nvPr/>
        </p:nvSpPr>
        <p:spPr>
          <a:xfrm>
            <a:off x="694944" y="242316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3" name="组合 62"/>
          <p:cNvGrpSpPr/>
          <p:nvPr/>
        </p:nvGrpSpPr>
        <p:grpSpPr>
          <a:xfrm>
            <a:off x="320040" y="2488565"/>
            <a:ext cx="4023360" cy="1005840"/>
            <a:chOff x="504" y="4075"/>
            <a:chExt cx="6336" cy="1584"/>
          </a:xfrm>
        </p:grpSpPr>
        <p:sp>
          <p:nvSpPr>
            <p:cNvPr id="13" name="Shape 11"/>
            <p:cNvSpPr/>
            <p:nvPr/>
          </p:nvSpPr>
          <p:spPr>
            <a:xfrm>
              <a:off x="504" y="4075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2E86C1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0" name="组合 59"/>
            <p:cNvGrpSpPr/>
            <p:nvPr/>
          </p:nvGrpSpPr>
          <p:grpSpPr>
            <a:xfrm>
              <a:off x="720" y="4392"/>
              <a:ext cx="892" cy="892"/>
              <a:chOff x="720" y="4392"/>
              <a:chExt cx="892" cy="892"/>
            </a:xfrm>
          </p:grpSpPr>
          <p:sp>
            <p:nvSpPr>
              <p:cNvPr id="14" name="Shape 12"/>
              <p:cNvSpPr/>
              <p:nvPr/>
            </p:nvSpPr>
            <p:spPr>
              <a:xfrm>
                <a:off x="720" y="4392"/>
                <a:ext cx="893" cy="893"/>
              </a:xfrm>
              <a:prstGeom prst="ellipse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5" name="Text 13"/>
              <p:cNvSpPr/>
              <p:nvPr/>
            </p:nvSpPr>
            <p:spPr>
              <a:xfrm>
                <a:off x="921" y="4392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</a:t>
                </a:r>
                <a:endParaRPr lang="en-US" sz="1600" dirty="0"/>
              </a:p>
            </p:txBody>
          </p:sp>
        </p:grpSp>
        <p:sp>
          <p:nvSpPr>
            <p:cNvPr id="16" name="Text 14"/>
            <p:cNvSpPr/>
            <p:nvPr/>
          </p:nvSpPr>
          <p:spPr>
            <a:xfrm>
              <a:off x="1800" y="4248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提交成果文件</a:t>
              </a:r>
              <a:endParaRPr lang="en-US" sz="1400" dirty="0"/>
            </a:p>
          </p:txBody>
        </p:sp>
        <p:sp>
          <p:nvSpPr>
            <p:cNvPr id="17" name="Text 15"/>
            <p:cNvSpPr/>
            <p:nvPr/>
          </p:nvSpPr>
          <p:spPr>
            <a:xfrm>
              <a:off x="1800" y="4738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上传源码包/文档/截图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填写提交说明</a:t>
              </a:r>
              <a:endParaRPr lang="en-US" sz="1100" dirty="0"/>
            </a:p>
          </p:txBody>
        </p:sp>
      </p:grpSp>
      <p:sp>
        <p:nvSpPr>
          <p:cNvPr id="18" name="Shape 16"/>
          <p:cNvSpPr/>
          <p:nvPr/>
        </p:nvSpPr>
        <p:spPr>
          <a:xfrm>
            <a:off x="694944" y="3494532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  <p:txBody>
          <a:bodyPr/>
          <a:p>
            <a:endParaRPr lang="zh-CN" altLang="en-US"/>
          </a:p>
        </p:txBody>
      </p:sp>
      <p:grpSp>
        <p:nvGrpSpPr>
          <p:cNvPr id="64" name="组合 63"/>
          <p:cNvGrpSpPr/>
          <p:nvPr/>
        </p:nvGrpSpPr>
        <p:grpSpPr>
          <a:xfrm>
            <a:off x="320040" y="3658870"/>
            <a:ext cx="4023360" cy="1005840"/>
            <a:chOff x="504" y="5918"/>
            <a:chExt cx="6336" cy="1584"/>
          </a:xfrm>
        </p:grpSpPr>
        <p:sp>
          <p:nvSpPr>
            <p:cNvPr id="19" name="Shape 17"/>
            <p:cNvSpPr/>
            <p:nvPr/>
          </p:nvSpPr>
          <p:spPr>
            <a:xfrm>
              <a:off x="504" y="5918"/>
              <a:ext cx="6336" cy="1584"/>
            </a:xfrm>
            <a:prstGeom prst="roundRect">
              <a:avLst>
                <a:gd name="adj" fmla="val 9091"/>
              </a:avLst>
            </a:prstGeom>
            <a:solidFill>
              <a:srgbClr val="FFFFFF"/>
            </a:solidFill>
            <a:ln w="12700">
              <a:solidFill>
                <a:srgbClr val="17A589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61" name="组合 60"/>
            <p:cNvGrpSpPr/>
            <p:nvPr/>
          </p:nvGrpSpPr>
          <p:grpSpPr>
            <a:xfrm>
              <a:off x="720" y="6235"/>
              <a:ext cx="892" cy="892"/>
              <a:chOff x="720" y="6235"/>
              <a:chExt cx="892" cy="892"/>
            </a:xfrm>
          </p:grpSpPr>
          <p:sp>
            <p:nvSpPr>
              <p:cNvPr id="20" name="Shape 18"/>
              <p:cNvSpPr/>
              <p:nvPr/>
            </p:nvSpPr>
            <p:spPr>
              <a:xfrm>
                <a:off x="720" y="6235"/>
                <a:ext cx="893" cy="893"/>
              </a:xfrm>
              <a:prstGeom prst="ellipse">
                <a:avLst/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21" name="Text 19"/>
              <p:cNvSpPr/>
              <p:nvPr/>
            </p:nvSpPr>
            <p:spPr>
              <a:xfrm>
                <a:off x="921" y="6235"/>
                <a:ext cx="492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6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</a:t>
                </a:r>
                <a:endParaRPr lang="en-US" sz="1600" dirty="0"/>
              </a:p>
            </p:txBody>
          </p:sp>
        </p:grpSp>
        <p:sp>
          <p:nvSpPr>
            <p:cNvPr id="22" name="Text 20"/>
            <p:cNvSpPr/>
            <p:nvPr/>
          </p:nvSpPr>
          <p:spPr>
            <a:xfrm>
              <a:off x="1800" y="6091"/>
              <a:ext cx="4824" cy="461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4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追踪处理状态</a:t>
              </a:r>
              <a:endParaRPr lang="en-US" sz="1400" dirty="0"/>
            </a:p>
          </p:txBody>
        </p:sp>
        <p:sp>
          <p:nvSpPr>
            <p:cNvPr id="23" name="Text 21"/>
            <p:cNvSpPr/>
            <p:nvPr/>
          </p:nvSpPr>
          <p:spPr>
            <a:xfrm>
              <a:off x="1800" y="6581"/>
              <a:ext cx="4824" cy="749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待处理→解析中→已评价</a:t>
              </a:r>
              <a:endParaRPr lang="en-US" sz="1100" dirty="0"/>
            </a:p>
            <a:p>
              <a:pPr marL="0" indent="0" algn="l">
                <a:buNone/>
              </a:pPr>
              <a:r>
                <a:rPr lang="en-US" sz="110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版本批次可回溯</a:t>
              </a:r>
              <a:endParaRPr lang="en-US" sz="1100" dirty="0"/>
            </a:p>
          </p:txBody>
        </p:sp>
      </p:grpSp>
      <p:grpSp>
        <p:nvGrpSpPr>
          <p:cNvPr id="57" name="组合 56"/>
          <p:cNvGrpSpPr/>
          <p:nvPr/>
        </p:nvGrpSpPr>
        <p:grpSpPr>
          <a:xfrm>
            <a:off x="4617720" y="1314450"/>
            <a:ext cx="4160520" cy="3383280"/>
            <a:chOff x="7272" y="2232"/>
            <a:chExt cx="6552" cy="5328"/>
          </a:xfrm>
        </p:grpSpPr>
        <p:sp>
          <p:nvSpPr>
            <p:cNvPr id="24" name="Shape 22"/>
            <p:cNvSpPr/>
            <p:nvPr/>
          </p:nvSpPr>
          <p:spPr>
            <a:xfrm>
              <a:off x="7272" y="2232"/>
              <a:ext cx="6552" cy="5328"/>
            </a:xfrm>
            <a:prstGeom prst="roundRect">
              <a:avLst>
                <a:gd name="adj" fmla="val 270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5" name="组合 44"/>
            <p:cNvGrpSpPr/>
            <p:nvPr/>
          </p:nvGrpSpPr>
          <p:grpSpPr>
            <a:xfrm>
              <a:off x="7272" y="2232"/>
              <a:ext cx="6552" cy="576"/>
              <a:chOff x="7272" y="2232"/>
              <a:chExt cx="6552" cy="576"/>
            </a:xfrm>
          </p:grpSpPr>
          <p:sp>
            <p:nvSpPr>
              <p:cNvPr id="25" name="Shape 23"/>
              <p:cNvSpPr/>
              <p:nvPr/>
            </p:nvSpPr>
            <p:spPr>
              <a:xfrm>
                <a:off x="7272" y="2232"/>
                <a:ext cx="6552" cy="576"/>
              </a:xfrm>
              <a:prstGeom prst="roundRect">
                <a:avLst>
                  <a:gd name="adj" fmla="val 20000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26" name="Text 24"/>
              <p:cNvSpPr/>
              <p:nvPr/>
            </p:nvSpPr>
            <p:spPr>
              <a:xfrm>
                <a:off x="8828" y="2232"/>
                <a:ext cx="3440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3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提交批次记录</a:t>
                </a:r>
                <a:endParaRPr lang="en-US" sz="1300" dirty="0"/>
              </a:p>
            </p:txBody>
          </p:sp>
        </p:grpSp>
      </p:grpSp>
      <p:grpSp>
        <p:nvGrpSpPr>
          <p:cNvPr id="55" name="组合 54"/>
          <p:cNvGrpSpPr/>
          <p:nvPr/>
        </p:nvGrpSpPr>
        <p:grpSpPr>
          <a:xfrm>
            <a:off x="4754880" y="1901825"/>
            <a:ext cx="3840480" cy="594360"/>
            <a:chOff x="7488" y="2995"/>
            <a:chExt cx="6048" cy="936"/>
          </a:xfrm>
        </p:grpSpPr>
        <p:grpSp>
          <p:nvGrpSpPr>
            <p:cNvPr id="52" name="组合 51"/>
            <p:cNvGrpSpPr/>
            <p:nvPr/>
          </p:nvGrpSpPr>
          <p:grpSpPr>
            <a:xfrm>
              <a:off x="7488" y="2995"/>
              <a:ext cx="6048" cy="936"/>
              <a:chOff x="7488" y="2995"/>
              <a:chExt cx="6048" cy="936"/>
            </a:xfrm>
          </p:grpSpPr>
          <p:sp>
            <p:nvSpPr>
              <p:cNvPr id="27" name="Shape 25"/>
              <p:cNvSpPr/>
              <p:nvPr/>
            </p:nvSpPr>
            <p:spPr>
              <a:xfrm>
                <a:off x="7488" y="2995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EAFAF1"/>
              </a:solidFill>
              <a:ln w="1905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28" name="Text 26"/>
              <p:cNvSpPr/>
              <p:nvPr/>
            </p:nvSpPr>
            <p:spPr>
              <a:xfrm>
                <a:off x="7704" y="3110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#3</a:t>
                </a:r>
                <a:endParaRPr lang="en-US" sz="1200" dirty="0"/>
              </a:p>
            </p:txBody>
          </p:sp>
          <p:sp>
            <p:nvSpPr>
              <p:cNvPr id="29" name="Text 27"/>
              <p:cNvSpPr/>
              <p:nvPr/>
            </p:nvSpPr>
            <p:spPr>
              <a:xfrm>
                <a:off x="7704" y="3499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12-19 22:31</a:t>
                </a:r>
                <a:endParaRPr lang="en-US" sz="950" dirty="0"/>
              </a:p>
            </p:txBody>
          </p:sp>
        </p:grpSp>
        <p:grpSp>
          <p:nvGrpSpPr>
            <p:cNvPr id="54" name="组合 53"/>
            <p:cNvGrpSpPr/>
            <p:nvPr/>
          </p:nvGrpSpPr>
          <p:grpSpPr>
            <a:xfrm>
              <a:off x="10800" y="3211"/>
              <a:ext cx="2160" cy="402"/>
              <a:chOff x="10800" y="3211"/>
              <a:chExt cx="2160" cy="402"/>
            </a:xfrm>
          </p:grpSpPr>
          <p:sp>
            <p:nvSpPr>
              <p:cNvPr id="30" name="Shape 28"/>
              <p:cNvSpPr/>
              <p:nvPr/>
            </p:nvSpPr>
            <p:spPr>
              <a:xfrm>
                <a:off x="10800" y="3211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31" name="Text 29"/>
              <p:cNvSpPr/>
              <p:nvPr/>
            </p:nvSpPr>
            <p:spPr>
              <a:xfrm>
                <a:off x="11177" y="3211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已评价</a:t>
                </a:r>
                <a:endParaRPr lang="en-US" sz="950" dirty="0"/>
              </a:p>
            </p:txBody>
          </p:sp>
        </p:grpSp>
        <p:grpSp>
          <p:nvGrpSpPr>
            <p:cNvPr id="53" name="组合 52"/>
            <p:cNvGrpSpPr/>
            <p:nvPr/>
          </p:nvGrpSpPr>
          <p:grpSpPr>
            <a:xfrm>
              <a:off x="9360" y="3226"/>
              <a:ext cx="1152" cy="360"/>
              <a:chOff x="9360" y="3226"/>
              <a:chExt cx="1152" cy="360"/>
            </a:xfrm>
          </p:grpSpPr>
          <p:sp>
            <p:nvSpPr>
              <p:cNvPr id="32" name="Shape 30"/>
              <p:cNvSpPr/>
              <p:nvPr/>
            </p:nvSpPr>
            <p:spPr>
              <a:xfrm>
                <a:off x="9360" y="3226"/>
                <a:ext cx="1152" cy="360"/>
              </a:xfrm>
              <a:prstGeom prst="roundRect">
                <a:avLst>
                  <a:gd name="adj" fmla="val 24000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33" name="Text 31"/>
              <p:cNvSpPr/>
              <p:nvPr/>
            </p:nvSpPr>
            <p:spPr>
              <a:xfrm>
                <a:off x="9513" y="3226"/>
                <a:ext cx="846" cy="36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5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评价依据</a:t>
                </a:r>
                <a:endParaRPr lang="en-US" sz="850" dirty="0"/>
              </a:p>
            </p:txBody>
          </p:sp>
        </p:grpSp>
      </p:grpSp>
      <p:grpSp>
        <p:nvGrpSpPr>
          <p:cNvPr id="49" name="组合 48"/>
          <p:cNvGrpSpPr/>
          <p:nvPr/>
        </p:nvGrpSpPr>
        <p:grpSpPr>
          <a:xfrm>
            <a:off x="4754880" y="2633345"/>
            <a:ext cx="3840480" cy="594360"/>
            <a:chOff x="7488" y="4147"/>
            <a:chExt cx="6048" cy="936"/>
          </a:xfrm>
        </p:grpSpPr>
        <p:grpSp>
          <p:nvGrpSpPr>
            <p:cNvPr id="47" name="组合 46"/>
            <p:cNvGrpSpPr/>
            <p:nvPr/>
          </p:nvGrpSpPr>
          <p:grpSpPr>
            <a:xfrm>
              <a:off x="7488" y="4147"/>
              <a:ext cx="6048" cy="936"/>
              <a:chOff x="7488" y="4147"/>
              <a:chExt cx="6048" cy="936"/>
            </a:xfrm>
          </p:grpSpPr>
          <p:sp>
            <p:nvSpPr>
              <p:cNvPr id="34" name="Shape 32"/>
              <p:cNvSpPr/>
              <p:nvPr/>
            </p:nvSpPr>
            <p:spPr>
              <a:xfrm>
                <a:off x="7488" y="4147"/>
                <a:ext cx="6048" cy="936"/>
              </a:xfrm>
              <a:prstGeom prst="roundRect">
                <a:avLst>
                  <a:gd name="adj" fmla="val 12308"/>
                </a:avLst>
              </a:prstGeom>
              <a:solidFill>
                <a:srgbClr val="F8FBFF"/>
              </a:solidFill>
              <a:ln w="6350">
                <a:solidFill>
                  <a:srgbClr val="8FA8C0"/>
                </a:solidFill>
                <a:prstDash val="solid"/>
              </a:ln>
            </p:spPr>
          </p:sp>
          <p:sp>
            <p:nvSpPr>
              <p:cNvPr id="35" name="Text 33"/>
              <p:cNvSpPr/>
              <p:nvPr/>
            </p:nvSpPr>
            <p:spPr>
              <a:xfrm>
                <a:off x="7704" y="4262"/>
                <a:ext cx="1440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2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批次 #2</a:t>
                </a:r>
                <a:endParaRPr lang="en-US" sz="1200" dirty="0"/>
              </a:p>
            </p:txBody>
          </p:sp>
          <p:sp>
            <p:nvSpPr>
              <p:cNvPr id="36" name="Text 34"/>
              <p:cNvSpPr/>
              <p:nvPr/>
            </p:nvSpPr>
            <p:spPr>
              <a:xfrm>
                <a:off x="7704" y="4651"/>
                <a:ext cx="25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95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12-18 15:42</a:t>
                </a:r>
                <a:endParaRPr lang="en-US" sz="950" dirty="0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10800" y="4363"/>
              <a:ext cx="2160" cy="402"/>
              <a:chOff x="10800" y="4363"/>
              <a:chExt cx="2160" cy="402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10800" y="4363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38" name="Text 36"/>
              <p:cNvSpPr/>
              <p:nvPr/>
            </p:nvSpPr>
            <p:spPr>
              <a:xfrm>
                <a:off x="11177" y="4363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51" name="组合 50"/>
          <p:cNvGrpSpPr/>
          <p:nvPr/>
        </p:nvGrpSpPr>
        <p:grpSpPr>
          <a:xfrm>
            <a:off x="4754880" y="3364865"/>
            <a:ext cx="3840480" cy="594360"/>
            <a:chOff x="7488" y="5299"/>
            <a:chExt cx="6048" cy="936"/>
          </a:xfrm>
        </p:grpSpPr>
        <p:sp>
          <p:nvSpPr>
            <p:cNvPr id="39" name="Shape 37"/>
            <p:cNvSpPr/>
            <p:nvPr/>
          </p:nvSpPr>
          <p:spPr>
            <a:xfrm>
              <a:off x="7488" y="5299"/>
              <a:ext cx="6048" cy="936"/>
            </a:xfrm>
            <a:prstGeom prst="roundRect">
              <a:avLst>
                <a:gd name="adj" fmla="val 12308"/>
              </a:avLst>
            </a:prstGeom>
            <a:solidFill>
              <a:srgbClr val="F8FBFF"/>
            </a:solidFill>
            <a:ln w="6350">
              <a:solidFill>
                <a:srgbClr val="8FA8C0"/>
              </a:solidFill>
              <a:prstDash val="solid"/>
            </a:ln>
          </p:spPr>
        </p:sp>
        <p:sp>
          <p:nvSpPr>
            <p:cNvPr id="40" name="Text 38"/>
            <p:cNvSpPr/>
            <p:nvPr/>
          </p:nvSpPr>
          <p:spPr>
            <a:xfrm>
              <a:off x="7704" y="5414"/>
              <a:ext cx="1440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2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批次 #1</a:t>
              </a:r>
              <a:endParaRPr lang="en-US" sz="1200" dirty="0"/>
            </a:p>
          </p:txBody>
        </p:sp>
        <p:sp>
          <p:nvSpPr>
            <p:cNvPr id="41" name="Text 39"/>
            <p:cNvSpPr/>
            <p:nvPr/>
          </p:nvSpPr>
          <p:spPr>
            <a:xfrm>
              <a:off x="7704" y="5803"/>
              <a:ext cx="2592" cy="288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950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12-15 09:10</a:t>
              </a:r>
              <a:endParaRPr lang="en-US" sz="950" dirty="0"/>
            </a:p>
          </p:txBody>
        </p:sp>
        <p:grpSp>
          <p:nvGrpSpPr>
            <p:cNvPr id="50" name="组合 49"/>
            <p:cNvGrpSpPr/>
            <p:nvPr/>
          </p:nvGrpSpPr>
          <p:grpSpPr>
            <a:xfrm>
              <a:off x="10800" y="5515"/>
              <a:ext cx="2160" cy="402"/>
              <a:chOff x="10800" y="5515"/>
              <a:chExt cx="2160" cy="402"/>
            </a:xfrm>
          </p:grpSpPr>
          <p:sp>
            <p:nvSpPr>
              <p:cNvPr id="42" name="Shape 40"/>
              <p:cNvSpPr/>
              <p:nvPr/>
            </p:nvSpPr>
            <p:spPr>
              <a:xfrm>
                <a:off x="10800" y="5515"/>
                <a:ext cx="2160" cy="403"/>
              </a:xfrm>
              <a:prstGeom prst="roundRect">
                <a:avLst>
                  <a:gd name="adj" fmla="val 21429"/>
                </a:avLst>
              </a:prstGeom>
              <a:solidFill>
                <a:srgbClr val="E8E8E8"/>
              </a:solidFill>
              <a:ln w="12700">
                <a:solidFill>
                  <a:srgbClr val="E0E0E0"/>
                </a:solidFill>
                <a:prstDash val="solid"/>
              </a:ln>
            </p:spPr>
          </p:sp>
          <p:sp>
            <p:nvSpPr>
              <p:cNvPr id="43" name="Text 41"/>
              <p:cNvSpPr/>
              <p:nvPr/>
            </p:nvSpPr>
            <p:spPr>
              <a:xfrm>
                <a:off x="11177" y="5515"/>
                <a:ext cx="1406" cy="40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50" b="1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历史版本</a:t>
                </a:r>
                <a:endParaRPr lang="en-US" sz="95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grpSp>
        <p:nvGrpSpPr>
          <p:cNvPr id="58" name="组合 57"/>
          <p:cNvGrpSpPr/>
          <p:nvPr/>
        </p:nvGrpSpPr>
        <p:grpSpPr>
          <a:xfrm>
            <a:off x="5308600" y="4515485"/>
            <a:ext cx="2733040" cy="292100"/>
            <a:chOff x="8360" y="7273"/>
            <a:chExt cx="4304" cy="460"/>
          </a:xfrm>
        </p:grpSpPr>
        <p:sp>
          <p:nvSpPr>
            <p:cNvPr id="2" name="Shape 58"/>
            <p:cNvSpPr/>
            <p:nvPr/>
          </p:nvSpPr>
          <p:spPr>
            <a:xfrm>
              <a:off x="8449" y="7273"/>
              <a:ext cx="4193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</p:sp>
        <p:sp>
          <p:nvSpPr>
            <p:cNvPr id="44" name="Text 42"/>
            <p:cNvSpPr/>
            <p:nvPr/>
          </p:nvSpPr>
          <p:spPr>
            <a:xfrm>
              <a:off x="8360" y="7315"/>
              <a:ext cx="4304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以最新批次为评价依据，历史版本可查不可改</a:t>
              </a:r>
              <a:endParaRPr lang="en-US" sz="1000" dirty="0"/>
            </a:p>
          </p:txBody>
        </p: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5" name="Shape 10"/>
          <p:cNvSpPr/>
          <p:nvPr/>
        </p:nvSpPr>
        <p:spPr>
          <a:xfrm>
            <a:off x="698119" y="2324100"/>
            <a:ext cx="73152" cy="164592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</p:spTree>
    <p:custDataLst>
      <p:tags r:id="rId2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56032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成果处理流水线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教师一键触发 · 系统后台异步执行 · 失败可重试</a:t>
            </a:r>
            <a:endParaRPr lang="en-US" sz="1300" dirty="0"/>
          </a:p>
        </p:txBody>
      </p:sp>
      <p:grpSp>
        <p:nvGrpSpPr>
          <p:cNvPr id="82" name="组合 81"/>
          <p:cNvGrpSpPr/>
          <p:nvPr/>
        </p:nvGrpSpPr>
        <p:grpSpPr>
          <a:xfrm>
            <a:off x="320040" y="1280160"/>
            <a:ext cx="2743200" cy="3389630"/>
            <a:chOff x="504" y="2232"/>
            <a:chExt cx="4320" cy="5256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4320" cy="5256"/>
            </a:xfrm>
            <a:prstGeom prst="roundRect">
              <a:avLst>
                <a:gd name="adj" fmla="val 3333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0" name="组合 69"/>
            <p:cNvGrpSpPr/>
            <p:nvPr/>
          </p:nvGrpSpPr>
          <p:grpSpPr>
            <a:xfrm>
              <a:off x="504" y="2232"/>
              <a:ext cx="4320" cy="576"/>
              <a:chOff x="504" y="2232"/>
              <a:chExt cx="4320" cy="576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504" y="2232"/>
                <a:ext cx="4320" cy="576"/>
              </a:xfrm>
              <a:prstGeom prst="roundRect">
                <a:avLst>
                  <a:gd name="adj" fmla="val 20000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1000" y="2232"/>
                <a:ext cx="3328" cy="576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2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教师操作界面</a:t>
                </a:r>
                <a:endParaRPr lang="en-US" sz="12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720" y="2995"/>
              <a:ext cx="3888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1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成果管理</a:t>
              </a:r>
              <a:endParaRPr lang="en-US" sz="1100" dirty="0"/>
            </a:p>
          </p:txBody>
        </p:sp>
        <p:grpSp>
          <p:nvGrpSpPr>
            <p:cNvPr id="74" name="组合 73"/>
            <p:cNvGrpSpPr/>
            <p:nvPr/>
          </p:nvGrpSpPr>
          <p:grpSpPr>
            <a:xfrm>
              <a:off x="648" y="3485"/>
              <a:ext cx="3960" cy="490"/>
              <a:chOff x="648" y="3485"/>
              <a:chExt cx="3960" cy="490"/>
            </a:xfrm>
          </p:grpSpPr>
          <p:sp>
            <p:nvSpPr>
              <p:cNvPr id="11" name="Shape 9"/>
              <p:cNvSpPr/>
              <p:nvPr/>
            </p:nvSpPr>
            <p:spPr>
              <a:xfrm>
                <a:off x="648" y="3485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2" name="Text 10"/>
              <p:cNvSpPr/>
              <p:nvPr/>
            </p:nvSpPr>
            <p:spPr>
              <a:xfrm>
                <a:off x="749" y="3485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张三</a:t>
                </a:r>
                <a:endParaRPr lang="en-US" sz="1000" dirty="0"/>
              </a:p>
            </p:txBody>
          </p:sp>
          <p:sp>
            <p:nvSpPr>
              <p:cNvPr id="13" name="Text 11"/>
              <p:cNvSpPr/>
              <p:nvPr/>
            </p:nvSpPr>
            <p:spPr>
              <a:xfrm>
                <a:off x="1800" y="3485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3456" y="3571"/>
                <a:ext cx="1008" cy="316"/>
                <a:chOff x="3456" y="3571"/>
                <a:chExt cx="1008" cy="316"/>
              </a:xfrm>
            </p:grpSpPr>
            <p:sp>
              <p:nvSpPr>
                <p:cNvPr id="14" name="Shape 12"/>
                <p:cNvSpPr/>
                <p:nvPr/>
              </p:nvSpPr>
              <p:spPr>
                <a:xfrm>
                  <a:off x="3456" y="3571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15" name="Text 13"/>
                <p:cNvSpPr/>
                <p:nvPr/>
              </p:nvSpPr>
              <p:spPr>
                <a:xfrm>
                  <a:off x="3584" y="3571"/>
                  <a:ext cx="7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75" name="组合 74"/>
            <p:cNvGrpSpPr/>
            <p:nvPr/>
          </p:nvGrpSpPr>
          <p:grpSpPr>
            <a:xfrm>
              <a:off x="648" y="4032"/>
              <a:ext cx="3960" cy="490"/>
              <a:chOff x="648" y="4032"/>
              <a:chExt cx="3960" cy="490"/>
            </a:xfrm>
          </p:grpSpPr>
          <p:sp>
            <p:nvSpPr>
              <p:cNvPr id="16" name="Shape 14"/>
              <p:cNvSpPr/>
              <p:nvPr/>
            </p:nvSpPr>
            <p:spPr>
              <a:xfrm>
                <a:off x="648" y="4032"/>
                <a:ext cx="3960" cy="490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17" name="Text 15"/>
              <p:cNvSpPr/>
              <p:nvPr/>
            </p:nvSpPr>
            <p:spPr>
              <a:xfrm>
                <a:off x="749" y="4032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李四</a:t>
                </a:r>
                <a:endParaRPr lang="en-US" sz="1000" dirty="0"/>
              </a:p>
            </p:txBody>
          </p:sp>
          <p:sp>
            <p:nvSpPr>
              <p:cNvPr id="18" name="Text 16"/>
              <p:cNvSpPr/>
              <p:nvPr/>
            </p:nvSpPr>
            <p:spPr>
              <a:xfrm>
                <a:off x="1800" y="4032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软工2301</a:t>
                </a:r>
                <a:endParaRPr lang="en-US" sz="1000" dirty="0"/>
              </a:p>
            </p:txBody>
          </p:sp>
          <p:grpSp>
            <p:nvGrpSpPr>
              <p:cNvPr id="72" name="组合 71"/>
              <p:cNvGrpSpPr/>
              <p:nvPr/>
            </p:nvGrpSpPr>
            <p:grpSpPr>
              <a:xfrm>
                <a:off x="3456" y="4118"/>
                <a:ext cx="1008" cy="316"/>
                <a:chOff x="3456" y="4118"/>
                <a:chExt cx="1008" cy="316"/>
              </a:xfrm>
            </p:grpSpPr>
            <p:sp>
              <p:nvSpPr>
                <p:cNvPr id="19" name="Shape 17"/>
                <p:cNvSpPr/>
                <p:nvPr/>
              </p:nvSpPr>
              <p:spPr>
                <a:xfrm>
                  <a:off x="3456" y="4118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27AE60"/>
                </a:solidFill>
                <a:ln w="12700">
                  <a:solidFill>
                    <a:srgbClr val="27AE60"/>
                  </a:solidFill>
                  <a:prstDash val="solid"/>
                </a:ln>
              </p:spPr>
            </p:sp>
            <p:sp>
              <p:nvSpPr>
                <p:cNvPr id="20" name="Text 18"/>
                <p:cNvSpPr/>
                <p:nvPr/>
              </p:nvSpPr>
              <p:spPr>
                <a:xfrm>
                  <a:off x="3560" y="4118"/>
                  <a:ext cx="800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已提交</a:t>
                  </a:r>
                  <a:endParaRPr lang="en-US" sz="850" dirty="0"/>
                </a:p>
              </p:txBody>
            </p:sp>
          </p:grpSp>
        </p:grpSp>
        <p:grpSp>
          <p:nvGrpSpPr>
            <p:cNvPr id="80" name="组合 79"/>
            <p:cNvGrpSpPr/>
            <p:nvPr/>
          </p:nvGrpSpPr>
          <p:grpSpPr>
            <a:xfrm>
              <a:off x="648" y="4579"/>
              <a:ext cx="3960" cy="490"/>
              <a:chOff x="648" y="4579"/>
              <a:chExt cx="3960" cy="490"/>
            </a:xfrm>
          </p:grpSpPr>
          <p:sp>
            <p:nvSpPr>
              <p:cNvPr id="21" name="Shape 19"/>
              <p:cNvSpPr/>
              <p:nvPr/>
            </p:nvSpPr>
            <p:spPr>
              <a:xfrm>
                <a:off x="648" y="4579"/>
                <a:ext cx="3960" cy="490"/>
              </a:xfrm>
              <a:prstGeom prst="rect">
                <a:avLst/>
              </a:prstGeom>
              <a:solidFill>
                <a:srgbClr val="F5F9FF"/>
              </a:solidFill>
              <a:ln w="6350">
                <a:solidFill>
                  <a:srgbClr val="D5E8F3"/>
                </a:solidFill>
                <a:prstDash val="solid"/>
              </a:ln>
            </p:spPr>
          </p:sp>
          <p:sp>
            <p:nvSpPr>
              <p:cNvPr id="22" name="Text 20"/>
              <p:cNvSpPr/>
              <p:nvPr/>
            </p:nvSpPr>
            <p:spPr>
              <a:xfrm>
                <a:off x="749" y="4579"/>
                <a:ext cx="1008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王五</a:t>
                </a:r>
                <a:endParaRPr lang="en-US" sz="1000" dirty="0"/>
              </a:p>
            </p:txBody>
          </p:sp>
          <p:sp>
            <p:nvSpPr>
              <p:cNvPr id="23" name="Text 21"/>
              <p:cNvSpPr/>
              <p:nvPr/>
            </p:nvSpPr>
            <p:spPr>
              <a:xfrm>
                <a:off x="1800" y="4579"/>
                <a:ext cx="144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0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软工2302</a:t>
                </a:r>
                <a:endParaRPr lang="en-US" sz="1000" dirty="0"/>
              </a:p>
            </p:txBody>
          </p:sp>
          <p:grpSp>
            <p:nvGrpSpPr>
              <p:cNvPr id="73" name="组合 72"/>
              <p:cNvGrpSpPr/>
              <p:nvPr/>
            </p:nvGrpSpPr>
            <p:grpSpPr>
              <a:xfrm>
                <a:off x="3456" y="4666"/>
                <a:ext cx="1008" cy="316"/>
                <a:chOff x="3456" y="4666"/>
                <a:chExt cx="1008" cy="316"/>
              </a:xfrm>
            </p:grpSpPr>
            <p:sp>
              <p:nvSpPr>
                <p:cNvPr id="24" name="Shape 22"/>
                <p:cNvSpPr/>
                <p:nvPr/>
              </p:nvSpPr>
              <p:spPr>
                <a:xfrm>
                  <a:off x="3456" y="4666"/>
                  <a:ext cx="1008" cy="317"/>
                </a:xfrm>
                <a:prstGeom prst="roundRect">
                  <a:avLst>
                    <a:gd name="adj" fmla="val 22727"/>
                  </a:avLst>
                </a:prstGeom>
                <a:solidFill>
                  <a:srgbClr val="8FA8C0"/>
                </a:solidFill>
                <a:ln w="12700">
                  <a:solidFill>
                    <a:srgbClr val="8FA8C0"/>
                  </a:solidFill>
                  <a:prstDash val="solid"/>
                </a:ln>
              </p:spPr>
            </p:sp>
            <p:sp>
              <p:nvSpPr>
                <p:cNvPr id="25" name="Text 23"/>
                <p:cNvSpPr/>
                <p:nvPr/>
              </p:nvSpPr>
              <p:spPr>
                <a:xfrm>
                  <a:off x="3664" y="4666"/>
                  <a:ext cx="59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b="1" dirty="0">
                      <a:solidFill>
                        <a:srgbClr val="FFFFFF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待提交</a:t>
                  </a:r>
                  <a:endParaRPr lang="en-US" sz="850" dirty="0"/>
                </a:p>
              </p:txBody>
            </p:sp>
          </p:grpSp>
        </p:grpSp>
        <p:sp>
          <p:nvSpPr>
            <p:cNvPr id="26" name="Shape 24"/>
            <p:cNvSpPr/>
            <p:nvPr/>
          </p:nvSpPr>
          <p:spPr>
            <a:xfrm>
              <a:off x="792" y="5443"/>
              <a:ext cx="3744" cy="605"/>
            </a:xfrm>
            <a:prstGeom prst="roundRect">
              <a:avLst>
                <a:gd name="adj" fmla="val 23810"/>
              </a:avLst>
            </a:prstGeom>
            <a:solidFill>
              <a:srgbClr val="E67E22"/>
            </a:solidFill>
            <a:ln w="12700">
              <a:solidFill>
                <a:srgbClr val="E67E22"/>
              </a:solidFill>
              <a:prstDash val="solid"/>
            </a:ln>
            <a:effectLst>
              <a:outerShdw blurRad="76200" dist="25400" dir="5400000" algn="bl" rotWithShape="0">
                <a:srgbClr val="D35400">
                  <a:alpha val="4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1184" y="5443"/>
              <a:ext cx="2960" cy="605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3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▶  一键开始处理</a:t>
              </a:r>
              <a:endParaRPr lang="en-US" sz="1300" dirty="0"/>
            </a:p>
          </p:txBody>
        </p:sp>
      </p:grpSp>
      <p:sp>
        <p:nvSpPr>
          <p:cNvPr id="28" name="Shape 26"/>
          <p:cNvSpPr/>
          <p:nvPr/>
        </p:nvSpPr>
        <p:spPr>
          <a:xfrm>
            <a:off x="3063240" y="3108960"/>
            <a:ext cx="320040" cy="54864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10128" y="2999232"/>
            <a:ext cx="2743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400" dirty="0"/>
          </a:p>
        </p:txBody>
      </p:sp>
      <p:sp>
        <p:nvSpPr>
          <p:cNvPr id="35" name="Shape 33"/>
          <p:cNvSpPr/>
          <p:nvPr/>
        </p:nvSpPr>
        <p:spPr>
          <a:xfrm>
            <a:off x="3840480" y="2255520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0" name="组合 59"/>
          <p:cNvGrpSpPr/>
          <p:nvPr/>
        </p:nvGrpSpPr>
        <p:grpSpPr>
          <a:xfrm>
            <a:off x="3520440" y="1249680"/>
            <a:ext cx="5257800" cy="1005840"/>
            <a:chOff x="5544" y="2232"/>
            <a:chExt cx="8280" cy="1584"/>
          </a:xfrm>
        </p:grpSpPr>
        <p:grpSp>
          <p:nvGrpSpPr>
            <p:cNvPr id="59" name="组合 58"/>
            <p:cNvGrpSpPr/>
            <p:nvPr/>
          </p:nvGrpSpPr>
          <p:grpSpPr>
            <a:xfrm>
              <a:off x="5544" y="2232"/>
              <a:ext cx="8280" cy="1584"/>
              <a:chOff x="5544" y="2232"/>
              <a:chExt cx="8280" cy="1584"/>
            </a:xfrm>
          </p:grpSpPr>
          <p:grpSp>
            <p:nvGrpSpPr>
              <p:cNvPr id="57" name="组合 56"/>
              <p:cNvGrpSpPr/>
              <p:nvPr/>
            </p:nvGrpSpPr>
            <p:grpSpPr>
              <a:xfrm>
                <a:off x="5544" y="2232"/>
                <a:ext cx="8280" cy="1584"/>
                <a:chOff x="5544" y="2232"/>
                <a:chExt cx="8280" cy="1584"/>
              </a:xfrm>
            </p:grpSpPr>
            <p:sp>
              <p:nvSpPr>
                <p:cNvPr id="30" name="Shape 28"/>
                <p:cNvSpPr/>
                <p:nvPr/>
              </p:nvSpPr>
              <p:spPr>
                <a:xfrm>
                  <a:off x="5544" y="2232"/>
                  <a:ext cx="8280" cy="1584"/>
                </a:xfrm>
                <a:prstGeom prst="roundRect">
                  <a:avLst>
                    <a:gd name="adj" fmla="val 9091"/>
                  </a:avLst>
                </a:prstGeom>
                <a:solidFill>
                  <a:srgbClr val="FFFF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56" name="组合 55"/>
                <p:cNvGrpSpPr/>
                <p:nvPr/>
              </p:nvGrpSpPr>
              <p:grpSpPr>
                <a:xfrm>
                  <a:off x="5635" y="2520"/>
                  <a:ext cx="1132" cy="1036"/>
                  <a:chOff x="5635" y="2520"/>
                  <a:chExt cx="1132" cy="1036"/>
                </a:xfrm>
              </p:grpSpPr>
              <p:sp>
                <p:nvSpPr>
                  <p:cNvPr id="31" name="Shape 29"/>
                  <p:cNvSpPr/>
                  <p:nvPr/>
                </p:nvSpPr>
                <p:spPr>
                  <a:xfrm>
                    <a:off x="5731" y="2520"/>
                    <a:ext cx="1037" cy="1037"/>
                  </a:xfrm>
                  <a:prstGeom prst="ellipse">
                    <a:avLst/>
                  </a:prstGeom>
                  <a:solidFill>
                    <a:srgbClr val="2E86C1"/>
                  </a:solidFill>
                  <a:ln w="12700">
                    <a:solidFill>
                      <a:srgbClr val="2E86C1"/>
                    </a:solidFill>
                    <a:prstDash val="solid"/>
                  </a:ln>
                </p:spPr>
              </p:sp>
              <p:sp>
                <p:nvSpPr>
                  <p:cNvPr id="32" name="Text 30"/>
                  <p:cNvSpPr/>
                  <p:nvPr/>
                </p:nvSpPr>
                <p:spPr>
                  <a:xfrm>
                    <a:off x="5635" y="2520"/>
                    <a:ext cx="1037" cy="1037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2200" dirty="0">
                        <a:solidFill>
                          <a:srgbClr val="000000"/>
                        </a:solidFill>
                      </a:rPr>
                      <a:t>📄</a:t>
                    </a:r>
                    <a:endParaRPr lang="en-US" sz="2200" dirty="0"/>
                  </a:p>
                </p:txBody>
              </p:sp>
            </p:grpSp>
            <p:sp>
              <p:nvSpPr>
                <p:cNvPr id="33" name="Text 31"/>
                <p:cNvSpPr/>
                <p:nvPr/>
              </p:nvSpPr>
              <p:spPr>
                <a:xfrm>
                  <a:off x="6941" y="2376"/>
                  <a:ext cx="6480" cy="490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l">
                    <a:buNone/>
                  </a:pPr>
                  <a:r>
                    <a:rPr lang="en-US" sz="1400" b="1" dirty="0">
                      <a:solidFill>
                        <a:srgbClr val="1C2E4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01 解析任务</a:t>
                  </a:r>
                  <a:endParaRPr lang="en-US" sz="1400" dirty="0"/>
                </a:p>
              </p:txBody>
            </p:sp>
            <p:sp>
              <p:nvSpPr>
                <p:cNvPr id="34" name="Text 32"/>
                <p:cNvSpPr/>
                <p:nvPr/>
              </p:nvSpPr>
              <p:spPr>
                <a:xfrm>
                  <a:off x="6941" y="2866"/>
                  <a:ext cx="6480" cy="792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t"/>
                <a:lstStyle/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文档结构提取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ZIP目录分析</a:t>
                  </a:r>
                  <a:endParaRPr lang="en-US" sz="1100" dirty="0"/>
                </a:p>
                <a:p>
                  <a:pPr marL="0" indent="0" algn="l">
                    <a:buNone/>
                  </a:pPr>
                  <a:r>
                    <a:rPr lang="en-US" sz="110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完整性检查</a:t>
                  </a:r>
                  <a:endParaRPr lang="en-US" sz="1100" dirty="0"/>
                </a:p>
              </p:txBody>
            </p:sp>
          </p:grpSp>
          <p:sp>
            <p:nvSpPr>
              <p:cNvPr id="36" name="Shape 34"/>
              <p:cNvSpPr/>
              <p:nvPr/>
            </p:nvSpPr>
            <p:spPr>
              <a:xfrm>
                <a:off x="12384" y="2736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  <p:txBody>
              <a:bodyPr/>
              <a:p>
                <a:endParaRPr lang="zh-CN" altLang="en-US"/>
              </a:p>
            </p:txBody>
          </p:sp>
        </p:grpSp>
        <p:sp>
          <p:nvSpPr>
            <p:cNvPr id="37" name="Text 35"/>
            <p:cNvSpPr/>
            <p:nvPr/>
          </p:nvSpPr>
          <p:spPr>
            <a:xfrm>
              <a:off x="12705" y="2736"/>
              <a:ext cx="654" cy="374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完成</a:t>
              </a:r>
              <a:endParaRPr lang="en-US" sz="900" dirty="0"/>
            </a:p>
          </p:txBody>
        </p:sp>
      </p:grpSp>
      <p:sp>
        <p:nvSpPr>
          <p:cNvPr id="43" name="Shape 41"/>
          <p:cNvSpPr/>
          <p:nvPr/>
        </p:nvSpPr>
        <p:spPr>
          <a:xfrm>
            <a:off x="3840480" y="3462528"/>
            <a:ext cx="73152" cy="20116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grpSp>
        <p:nvGrpSpPr>
          <p:cNvPr id="64" name="组合 63"/>
          <p:cNvGrpSpPr/>
          <p:nvPr/>
        </p:nvGrpSpPr>
        <p:grpSpPr>
          <a:xfrm>
            <a:off x="3520440" y="2456815"/>
            <a:ext cx="5257800" cy="1005840"/>
            <a:chOff x="5544" y="4133"/>
            <a:chExt cx="8280" cy="1584"/>
          </a:xfrm>
        </p:grpSpPr>
        <p:grpSp>
          <p:nvGrpSpPr>
            <p:cNvPr id="62" name="组合 61"/>
            <p:cNvGrpSpPr/>
            <p:nvPr/>
          </p:nvGrpSpPr>
          <p:grpSpPr>
            <a:xfrm>
              <a:off x="5544" y="4133"/>
              <a:ext cx="8280" cy="1584"/>
              <a:chOff x="5544" y="4133"/>
              <a:chExt cx="8280" cy="1584"/>
            </a:xfrm>
          </p:grpSpPr>
          <p:sp>
            <p:nvSpPr>
              <p:cNvPr id="38" name="Shape 36"/>
              <p:cNvSpPr/>
              <p:nvPr/>
            </p:nvSpPr>
            <p:spPr>
              <a:xfrm>
                <a:off x="5544" y="4133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17A589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1" name="组合 60"/>
              <p:cNvGrpSpPr/>
              <p:nvPr/>
            </p:nvGrpSpPr>
            <p:grpSpPr>
              <a:xfrm>
                <a:off x="5635" y="4421"/>
                <a:ext cx="1132" cy="1036"/>
                <a:chOff x="5635" y="4421"/>
                <a:chExt cx="1132" cy="1036"/>
              </a:xfrm>
            </p:grpSpPr>
            <p:sp>
              <p:nvSpPr>
                <p:cNvPr id="39" name="Shape 37"/>
                <p:cNvSpPr/>
                <p:nvPr/>
              </p:nvSpPr>
              <p:spPr>
                <a:xfrm>
                  <a:off x="5731" y="4421"/>
                  <a:ext cx="1037" cy="1037"/>
                </a:xfrm>
                <a:prstGeom prst="ellipse">
                  <a:avLst/>
                </a:prstGeom>
                <a:solidFill>
                  <a:srgbClr val="17A589"/>
                </a:solidFill>
                <a:ln w="12700">
                  <a:solidFill>
                    <a:srgbClr val="17A589"/>
                  </a:solidFill>
                  <a:prstDash val="solid"/>
                </a:ln>
              </p:spPr>
            </p:sp>
            <p:sp>
              <p:nvSpPr>
                <p:cNvPr id="40" name="Text 38"/>
                <p:cNvSpPr/>
                <p:nvPr/>
              </p:nvSpPr>
              <p:spPr>
                <a:xfrm>
                  <a:off x="5635" y="4421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🤖</a:t>
                  </a:r>
                  <a:endParaRPr lang="en-US" sz="2200" dirty="0"/>
                </a:p>
              </p:txBody>
            </p:sp>
          </p:grpSp>
          <p:sp>
            <p:nvSpPr>
              <p:cNvPr id="41" name="Text 39"/>
              <p:cNvSpPr/>
              <p:nvPr/>
            </p:nvSpPr>
            <p:spPr>
              <a:xfrm>
                <a:off x="6941" y="4277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02 核验任务</a:t>
                </a:r>
                <a:endParaRPr lang="en-US" sz="1400" dirty="0"/>
              </a:p>
            </p:txBody>
          </p:sp>
          <p:sp>
            <p:nvSpPr>
              <p:cNvPr id="42" name="Text 40"/>
              <p:cNvSpPr/>
              <p:nvPr/>
            </p:nvSpPr>
            <p:spPr>
              <a:xfrm>
                <a:off x="6941" y="4766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大模型语义分析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完成度评估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建议生成</a:t>
                </a:r>
                <a:endParaRPr lang="en-US" sz="1100" dirty="0"/>
              </a:p>
            </p:txBody>
          </p:sp>
        </p:grpSp>
        <p:grpSp>
          <p:nvGrpSpPr>
            <p:cNvPr id="63" name="组合 62"/>
            <p:cNvGrpSpPr/>
            <p:nvPr/>
          </p:nvGrpSpPr>
          <p:grpSpPr>
            <a:xfrm>
              <a:off x="12384" y="4637"/>
              <a:ext cx="1296" cy="374"/>
              <a:chOff x="12384" y="4637"/>
              <a:chExt cx="1296" cy="374"/>
            </a:xfrm>
          </p:grpSpPr>
          <p:sp>
            <p:nvSpPr>
              <p:cNvPr id="44" name="Shape 42"/>
              <p:cNvSpPr/>
              <p:nvPr/>
            </p:nvSpPr>
            <p:spPr>
              <a:xfrm>
                <a:off x="12384" y="4637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45" name="Text 43"/>
              <p:cNvSpPr/>
              <p:nvPr/>
            </p:nvSpPr>
            <p:spPr>
              <a:xfrm>
                <a:off x="12564" y="4637"/>
                <a:ext cx="936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68" name="组合 67"/>
          <p:cNvGrpSpPr/>
          <p:nvPr/>
        </p:nvGrpSpPr>
        <p:grpSpPr>
          <a:xfrm>
            <a:off x="3520440" y="3663696"/>
            <a:ext cx="5257800" cy="1005840"/>
            <a:chOff x="5544" y="6034"/>
            <a:chExt cx="8280" cy="1584"/>
          </a:xfrm>
        </p:grpSpPr>
        <p:grpSp>
          <p:nvGrpSpPr>
            <p:cNvPr id="66" name="组合 65"/>
            <p:cNvGrpSpPr/>
            <p:nvPr/>
          </p:nvGrpSpPr>
          <p:grpSpPr>
            <a:xfrm>
              <a:off x="5544" y="6034"/>
              <a:ext cx="8280" cy="1584"/>
              <a:chOff x="5544" y="6034"/>
              <a:chExt cx="8280" cy="1584"/>
            </a:xfrm>
          </p:grpSpPr>
          <p:sp>
            <p:nvSpPr>
              <p:cNvPr id="46" name="Shape 44"/>
              <p:cNvSpPr/>
              <p:nvPr/>
            </p:nvSpPr>
            <p:spPr>
              <a:xfrm>
                <a:off x="5544" y="6034"/>
                <a:ext cx="8280" cy="1584"/>
              </a:xfrm>
              <a:prstGeom prst="roundRect">
                <a:avLst>
                  <a:gd name="adj" fmla="val 9091"/>
                </a:avLst>
              </a:prstGeom>
              <a:solidFill>
                <a:srgbClr val="FFFFFF"/>
              </a:solidFill>
              <a:ln w="12700">
                <a:solidFill>
                  <a:srgbClr val="E67E22"/>
                </a:solidFill>
                <a:prstDash val="solid"/>
              </a:ln>
              <a:effectLst>
                <a:outerShdw blurRad="63500" dist="25400" dir="5400000" algn="bl" rotWithShape="0">
                  <a:srgbClr val="C0D0E0">
                    <a:alpha val="25000"/>
                  </a:srgbClr>
                </a:outerShdw>
              </a:effectLst>
            </p:spPr>
          </p:sp>
          <p:grpSp>
            <p:nvGrpSpPr>
              <p:cNvPr id="65" name="组合 64"/>
              <p:cNvGrpSpPr/>
              <p:nvPr/>
            </p:nvGrpSpPr>
            <p:grpSpPr>
              <a:xfrm>
                <a:off x="5647" y="6322"/>
                <a:ext cx="1120" cy="1048"/>
                <a:chOff x="5647" y="6322"/>
                <a:chExt cx="1120" cy="1048"/>
              </a:xfrm>
            </p:grpSpPr>
            <p:sp>
              <p:nvSpPr>
                <p:cNvPr id="47" name="Shape 45"/>
                <p:cNvSpPr/>
                <p:nvPr/>
              </p:nvSpPr>
              <p:spPr>
                <a:xfrm>
                  <a:off x="5731" y="6322"/>
                  <a:ext cx="1037" cy="1037"/>
                </a:xfrm>
                <a:prstGeom prst="ellipse">
                  <a:avLst/>
                </a:prstGeom>
                <a:solidFill>
                  <a:srgbClr val="E67E22"/>
                </a:solidFill>
                <a:ln w="12700">
                  <a:solidFill>
                    <a:srgbClr val="E67E22"/>
                  </a:solidFill>
                  <a:prstDash val="solid"/>
                </a:ln>
              </p:spPr>
            </p:sp>
            <p:sp>
              <p:nvSpPr>
                <p:cNvPr id="48" name="Text 46"/>
                <p:cNvSpPr/>
                <p:nvPr/>
              </p:nvSpPr>
              <p:spPr>
                <a:xfrm>
                  <a:off x="5647" y="6334"/>
                  <a:ext cx="1037" cy="103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dirty="0">
                      <a:solidFill>
                        <a:srgbClr val="000000"/>
                      </a:solidFill>
                    </a:rPr>
                    <a:t>📊</a:t>
                  </a:r>
                  <a:endParaRPr lang="en-US" sz="2200" dirty="0"/>
                </a:p>
              </p:txBody>
            </p:sp>
          </p:grpSp>
          <p:sp>
            <p:nvSpPr>
              <p:cNvPr id="49" name="Text 47"/>
              <p:cNvSpPr/>
              <p:nvPr/>
            </p:nvSpPr>
            <p:spPr>
              <a:xfrm>
                <a:off x="6941" y="6094"/>
                <a:ext cx="6480" cy="490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l">
                  <a:buNone/>
                </a:pPr>
                <a:r>
                  <a:rPr lang="en-US" sz="1400" b="1" dirty="0">
                    <a:solidFill>
                      <a:srgbClr val="1C2E4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03 评分任务</a:t>
                </a:r>
                <a:endParaRPr lang="en-US" sz="1400" dirty="0"/>
              </a:p>
            </p:txBody>
          </p:sp>
          <p:sp>
            <p:nvSpPr>
              <p:cNvPr id="50" name="Text 48"/>
              <p:cNvSpPr/>
              <p:nvPr/>
            </p:nvSpPr>
            <p:spPr>
              <a:xfrm>
                <a:off x="6941" y="6583"/>
                <a:ext cx="6480" cy="792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t"/>
              <a:lstStyle/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规则计算初评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指标分值生成</a:t>
                </a:r>
                <a:endParaRPr lang="en-US" sz="1100" dirty="0"/>
              </a:p>
              <a:p>
                <a:pPr marL="0" indent="0" algn="l">
                  <a:buNone/>
                </a:pPr>
                <a:r>
                  <a:rPr lang="en-US" sz="1100" dirty="0">
                    <a:solidFill>
                      <a:srgbClr val="4A608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写入评分草稿</a:t>
                </a:r>
                <a:endParaRPr lang="en-US" sz="1100" dirty="0"/>
              </a:p>
            </p:txBody>
          </p:sp>
        </p:grpSp>
        <p:grpSp>
          <p:nvGrpSpPr>
            <p:cNvPr id="67" name="组合 66"/>
            <p:cNvGrpSpPr/>
            <p:nvPr/>
          </p:nvGrpSpPr>
          <p:grpSpPr>
            <a:xfrm>
              <a:off x="12384" y="6538"/>
              <a:ext cx="1296" cy="374"/>
              <a:chOff x="12384" y="6538"/>
              <a:chExt cx="1296" cy="374"/>
            </a:xfrm>
          </p:grpSpPr>
          <p:sp>
            <p:nvSpPr>
              <p:cNvPr id="51" name="Shape 49"/>
              <p:cNvSpPr/>
              <p:nvPr/>
            </p:nvSpPr>
            <p:spPr>
              <a:xfrm>
                <a:off x="12384" y="6538"/>
                <a:ext cx="1296" cy="374"/>
              </a:xfrm>
              <a:prstGeom prst="roundRect">
                <a:avLst>
                  <a:gd name="adj" fmla="val 23077"/>
                </a:avLst>
              </a:prstGeom>
              <a:solidFill>
                <a:srgbClr val="27AE60"/>
              </a:solidFill>
              <a:ln w="12700">
                <a:solidFill>
                  <a:srgbClr val="27AE60"/>
                </a:solidFill>
                <a:prstDash val="solid"/>
              </a:ln>
            </p:spPr>
          </p:sp>
          <p:sp>
            <p:nvSpPr>
              <p:cNvPr id="52" name="Text 50"/>
              <p:cNvSpPr/>
              <p:nvPr/>
            </p:nvSpPr>
            <p:spPr>
              <a:xfrm>
                <a:off x="12492" y="6538"/>
                <a:ext cx="1080" cy="37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9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完成</a:t>
                </a:r>
                <a:endParaRPr lang="en-US" sz="900" dirty="0"/>
              </a:p>
            </p:txBody>
          </p:sp>
        </p:grp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12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grpSp>
        <p:nvGrpSpPr>
          <p:cNvPr id="58" name="组合 57"/>
          <p:cNvGrpSpPr/>
          <p:nvPr/>
        </p:nvGrpSpPr>
        <p:grpSpPr>
          <a:xfrm>
            <a:off x="4653915" y="4535805"/>
            <a:ext cx="3536950" cy="292735"/>
            <a:chOff x="7671" y="7273"/>
            <a:chExt cx="5750" cy="461"/>
          </a:xfrm>
        </p:grpSpPr>
        <p:sp>
          <p:nvSpPr>
            <p:cNvPr id="2" name="Shape 58"/>
            <p:cNvSpPr/>
            <p:nvPr/>
          </p:nvSpPr>
          <p:spPr>
            <a:xfrm>
              <a:off x="7671" y="7273"/>
              <a:ext cx="5750" cy="461"/>
            </a:xfrm>
            <a:prstGeom prst="roundRect">
              <a:avLst>
                <a:gd name="adj" fmla="val 25000"/>
              </a:avLst>
            </a:prstGeom>
            <a:solidFill>
              <a:schemeClr val="bg1"/>
            </a:solidFill>
            <a:ln w="12700">
              <a:solidFill>
                <a:srgbClr val="27AE60"/>
              </a:solidFill>
              <a:prstDash val="solid"/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4" name="Text 42"/>
            <p:cNvSpPr/>
            <p:nvPr/>
          </p:nvSpPr>
          <p:spPr>
            <a:xfrm>
              <a:off x="7803" y="7315"/>
              <a:ext cx="5418" cy="360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1000" i="1" dirty="0">
                  <a:solidFill>
                    <a:srgbClr val="8FA8C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  <a:sym typeface="+mn-ea"/>
                </a:rPr>
                <a:t>失败时记录原因，支持单任务重试，不影响其他批次</a:t>
              </a:r>
              <a:endParaRPr lang="en-US" sz="1000" dirty="0"/>
            </a:p>
          </p:txBody>
        </p:sp>
      </p:grpSp>
    </p:spTree>
    <p:custDataLst>
      <p:tags r:id="rId2"/>
    </p:custData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静态解析能力：结构化提取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读取结构与文本 — 不编译、不运行代码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978408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78408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📄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11480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文档解析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提取文字内容、标题层级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段落结构与摘要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2496312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154680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154680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📦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2587752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代码包解析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587752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解压ZIP · 提取目录树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读取代码文本（不运行）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672584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330952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30952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🖼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4764024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图片处理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764024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可选OCR文字识别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图片列表与缩略信息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848856" y="1417320"/>
            <a:ext cx="2029968" cy="1645920"/>
          </a:xfrm>
          <a:prstGeom prst="roundRect">
            <a:avLst>
              <a:gd name="adj" fmla="val 555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7507224" y="1508760"/>
            <a:ext cx="685800" cy="685800"/>
          </a:xfrm>
          <a:prstGeom prst="roundRect">
            <a:avLst>
              <a:gd name="adj" fmla="val 16000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07224" y="1508760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✅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940296" y="2249424"/>
            <a:ext cx="184708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940296" y="2523744"/>
            <a:ext cx="1847088" cy="4572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对照提交物要求核查</a:t>
            </a:r>
            <a:endParaRPr lang="en-US" sz="1050" dirty="0"/>
          </a:p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文件类型与数量是否齐全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20040" y="3200400"/>
            <a:ext cx="850392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2004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1E4D7B"/>
          </a:solidFill>
          <a:ln w="12700">
            <a:solidFill>
              <a:srgbClr val="1E4D7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20040" y="32004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解析结果示例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2920" y="3611880"/>
            <a:ext cx="13716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目录结构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" y="3822192"/>
            <a:ext cx="2560320" cy="8229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📁 project-root/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📁 src/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Main.java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  📄 Service.java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README.md</a:t>
            </a:r>
            <a:endParaRPr lang="en-US" sz="950" dirty="0"/>
          </a:p>
          <a:p>
            <a:pPr marL="0" indent="0" algn="l">
              <a:buNone/>
            </a:pPr>
            <a:r>
              <a:rPr lang="en-US" sz="950" dirty="0">
                <a:solidFill>
                  <a:srgbClr val="1C2E40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  📄 design.docx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246120" y="3611880"/>
            <a:ext cx="228600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文档摘要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3246120" y="3822192"/>
            <a:ext cx="2560320" cy="80467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标题层级：3级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段落数：12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字数：2,847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关键词：登录模块、数据库设计、接口文档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989320" y="3611880"/>
            <a:ext cx="25603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1A3A5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完整性检查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035040" y="3822192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源码包 (.zip)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6035040" y="402336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设计文档 (.docx)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6035040" y="4224528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运行截图 (≥3张)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035040" y="4425696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 缺失 测试报告</a:t>
            </a:r>
            <a:endParaRPr lang="en-US" sz="1000" dirty="0"/>
          </a:p>
        </p:txBody>
      </p: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13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589534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大模型辅助核验：语义理解与评价建议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建议仅供参考 — 教师复核为准，建议有据可查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入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02920" y="1865376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项目要求（教师配置）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212848"/>
            <a:ext cx="109728" cy="109728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8580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解析结果（文档+目录）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8036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3522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5468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15468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大模型分析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337560" y="1865376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完成度评估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3337560" y="2212848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52044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关键要求覆盖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3337560" y="2560320"/>
            <a:ext cx="109728" cy="109728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52044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逻辑问题提示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5715000" y="2048256"/>
            <a:ext cx="137160" cy="54864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769864" y="1956816"/>
            <a:ext cx="256032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▶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5989320" y="1417320"/>
            <a:ext cx="256032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89320" y="1417320"/>
            <a:ext cx="25603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989320" y="1417320"/>
            <a:ext cx="2560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输 出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6172200" y="1865376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355080" y="1828800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结构化评价建议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172200" y="2212848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21762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可追溯依据引用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172200" y="2560320"/>
            <a:ext cx="109728" cy="109728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2523744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初始评分建议</a:t>
            </a:r>
            <a:endParaRPr lang="en-US" sz="1150" dirty="0"/>
          </a:p>
        </p:txBody>
      </p:sp>
      <p:sp>
        <p:nvSpPr>
          <p:cNvPr id="36" name="Shape 34"/>
          <p:cNvSpPr/>
          <p:nvPr/>
        </p:nvSpPr>
        <p:spPr>
          <a:xfrm>
            <a:off x="320040" y="2971800"/>
            <a:ext cx="850392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320040" y="2971800"/>
            <a:ext cx="8503920" cy="329184"/>
          </a:xfrm>
          <a:prstGeom prst="roundRect">
            <a:avLst>
              <a:gd name="adj" fmla="val 22222"/>
            </a:avLst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20040" y="2971800"/>
            <a:ext cx="85039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核验结果示例  —  大模型评价建议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11480" y="3383280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02920" y="3383280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22960" y="3383280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功能需求覆盖度：文档中明确描述了登录、查询、导出三项核心功能，基本满足项目要求。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411480" y="3776472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2920" y="3776472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⚠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822960" y="3776472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代码结构：目录中未发现独立的 service 层文件，业务逻辑可能集中在 controller，建议关注分层架构。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411480" y="4169664"/>
            <a:ext cx="8321040" cy="329184"/>
          </a:xfrm>
          <a:prstGeom prst="roundRect">
            <a:avLst>
              <a:gd name="adj" fmla="val 16667"/>
            </a:avLst>
          </a:prstGeom>
          <a:solidFill>
            <a:srgbClr val="FAFC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02920" y="4169664"/>
            <a:ext cx="27432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74C3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✗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22960" y="4169664"/>
            <a:ext cx="77724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测试报告缺失：提交物要求中包含测试报告，当前批次未检测到对应文件。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320040" y="4681728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以上为 AI 辅助建议，教师可接受、修改或忽略，不影响最终成绩</a:t>
            </a:r>
            <a:endParaRPr lang="en-US" sz="9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14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325120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教师复核与终评发布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自动评分不是成绩 — 教师复核后发布，全程留有评分历史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1545336"/>
            <a:ext cx="438912" cy="438912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54533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7218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查看评价依据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05840" y="176479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 + AI核验建议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逐条可查、有据可依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40080" y="213055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228600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414016"/>
            <a:ext cx="438912" cy="438912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241401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05840" y="234086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调整指标得分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005840" y="263347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逐项修改分值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实时显示总分变化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299923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20040" y="315468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57200" y="3282696"/>
            <a:ext cx="438912" cy="438912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328269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05840" y="320954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填写教师评语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1005840" y="350215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整体评价 + 改进建议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保存草稿不立即生效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40080" y="3867912"/>
            <a:ext cx="54864" cy="155448"/>
          </a:xfrm>
          <a:prstGeom prst="rect">
            <a:avLst/>
          </a:prstGeom>
          <a:solidFill>
            <a:srgbClr val="8FA8C0"/>
          </a:solidFill>
          <a:ln w="12700">
            <a:solidFill>
              <a:srgbClr val="8FA8C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023360"/>
            <a:ext cx="3840480" cy="713232"/>
          </a:xfrm>
          <a:prstGeom prst="roundRect">
            <a:avLst>
              <a:gd name="adj" fmla="val 12821"/>
            </a:avLst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57200" y="4151376"/>
            <a:ext cx="438912" cy="438912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151376"/>
            <a:ext cx="438912" cy="43891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1005840" y="4078224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发布终评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1005840" y="4370832"/>
            <a:ext cx="306324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确认后发布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学生方可查看正式结果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343400" y="1417320"/>
            <a:ext cx="443484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343400" y="1417320"/>
            <a:ext cx="4434840" cy="36576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43400" y="1417320"/>
            <a:ext cx="44348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评分管理  —  张三 · 批次#3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462272" y="1847088"/>
            <a:ext cx="128016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指标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760720" y="1847088"/>
            <a:ext cx="54864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满分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327648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AI建议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040880" y="1847088"/>
            <a:ext cx="6858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教师分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4407408" y="2103120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480560" y="2103120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代码结构完整性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742432" y="2103120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6327648" y="2103120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7022592" y="2148840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022592" y="2148840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4407408" y="2487168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80560" y="2487168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功能需求覆盖度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5742432" y="2487168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35分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327648" y="2487168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28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7022592" y="2532888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022592" y="2532888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4407408" y="2871216"/>
            <a:ext cx="3337560" cy="329184"/>
          </a:xfrm>
          <a:prstGeom prst="rect">
            <a:avLst/>
          </a:prstGeom>
          <a:solidFill>
            <a:srgbClr val="F5F9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80560" y="2871216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文档规范程度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5742432" y="2871216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25分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6327648" y="2871216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7022592" y="2916936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22592" y="2916936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4407408" y="3255264"/>
            <a:ext cx="3337560" cy="329184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80560" y="3255264"/>
            <a:ext cx="123444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代码可读性</a:t>
            </a:r>
            <a:endParaRPr lang="en-US" sz="1050" dirty="0"/>
          </a:p>
        </p:txBody>
      </p:sp>
      <p:sp>
        <p:nvSpPr>
          <p:cNvPr id="57" name="Text 55"/>
          <p:cNvSpPr/>
          <p:nvPr/>
        </p:nvSpPr>
        <p:spPr>
          <a:xfrm>
            <a:off x="5742432" y="3255264"/>
            <a:ext cx="566928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20分</a:t>
            </a:r>
            <a:endParaRPr lang="en-US" sz="1050" dirty="0"/>
          </a:p>
        </p:txBody>
      </p:sp>
      <p:sp>
        <p:nvSpPr>
          <p:cNvPr id="58" name="Text 56"/>
          <p:cNvSpPr/>
          <p:nvPr/>
        </p:nvSpPr>
        <p:spPr>
          <a:xfrm>
            <a:off x="6327648" y="3255264"/>
            <a:ext cx="685800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7022592" y="3300984"/>
            <a:ext cx="685800" cy="228600"/>
          </a:xfrm>
          <a:prstGeom prst="roundRect">
            <a:avLst>
              <a:gd name="adj" fmla="val 20000"/>
            </a:avLst>
          </a:prstGeom>
          <a:solidFill>
            <a:srgbClr val="E8F8F5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022592" y="3300984"/>
            <a:ext cx="68580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4407408" y="3657600"/>
            <a:ext cx="33375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4480560" y="3657600"/>
            <a:ext cx="1828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合计总分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236208" y="3657600"/>
            <a:ext cx="14173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 / 100</a:t>
            </a:r>
            <a:endParaRPr lang="en-US" sz="1400" dirty="0"/>
          </a:p>
        </p:txBody>
      </p:sp>
      <p:sp>
        <p:nvSpPr>
          <p:cNvPr id="64" name="Shape 62"/>
          <p:cNvSpPr/>
          <p:nvPr/>
        </p:nvSpPr>
        <p:spPr>
          <a:xfrm>
            <a:off x="5029200" y="4160520"/>
            <a:ext cx="2286000" cy="384048"/>
          </a:xfrm>
          <a:prstGeom prst="roundRect">
            <a:avLst>
              <a:gd name="adj" fmla="val 2381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  <a:effectLst>
            <a:outerShdw blurRad="63500" dist="25400" dir="5400000" algn="bl" rotWithShape="0">
              <a:srgbClr val="1E8449">
                <a:alpha val="35000"/>
              </a:srgbClr>
            </a:outerShdw>
          </a:effectLst>
        </p:spPr>
      </p:sp>
      <p:sp>
        <p:nvSpPr>
          <p:cNvPr id="65" name="Text 63"/>
          <p:cNvSpPr/>
          <p:nvPr/>
        </p:nvSpPr>
        <p:spPr>
          <a:xfrm>
            <a:off x="5029200" y="4160520"/>
            <a:ext cx="2286000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 发布终评</a:t>
            </a:r>
            <a:endParaRPr lang="en-US" sz="13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291655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学生查看评价结果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教师发布后方可查看 — 有总分、有依据、有改进方向</a:t>
            </a:r>
            <a:endParaRPr lang="en-US" sz="1300" dirty="0"/>
          </a:p>
        </p:txBody>
      </p:sp>
      <p:grpSp>
        <p:nvGrpSpPr>
          <p:cNvPr id="53" name="组合 52"/>
          <p:cNvGrpSpPr/>
          <p:nvPr/>
        </p:nvGrpSpPr>
        <p:grpSpPr>
          <a:xfrm>
            <a:off x="320040" y="1363980"/>
            <a:ext cx="3291840" cy="749300"/>
            <a:chOff x="504" y="2232"/>
            <a:chExt cx="5184" cy="1180"/>
          </a:xfrm>
        </p:grpSpPr>
        <p:sp>
          <p:nvSpPr>
            <p:cNvPr id="7" name="Shape 5"/>
            <p:cNvSpPr/>
            <p:nvPr/>
          </p:nvSpPr>
          <p:spPr>
            <a:xfrm>
              <a:off x="504" y="2232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48" name="组合 47"/>
            <p:cNvGrpSpPr/>
            <p:nvPr/>
          </p:nvGrpSpPr>
          <p:grpSpPr>
            <a:xfrm>
              <a:off x="632" y="2347"/>
              <a:ext cx="981" cy="893"/>
              <a:chOff x="632" y="2347"/>
              <a:chExt cx="981" cy="893"/>
            </a:xfrm>
          </p:grpSpPr>
          <p:sp>
            <p:nvSpPr>
              <p:cNvPr id="8" name="Shape 6"/>
              <p:cNvSpPr/>
              <p:nvPr/>
            </p:nvSpPr>
            <p:spPr>
              <a:xfrm>
                <a:off x="720" y="2347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A3A5C"/>
              </a:solidFill>
              <a:ln w="12700">
                <a:solidFill>
                  <a:srgbClr val="1A3A5C"/>
                </a:solidFill>
                <a:prstDash val="solid"/>
              </a:ln>
            </p:spPr>
          </p:sp>
          <p:sp>
            <p:nvSpPr>
              <p:cNvPr id="9" name="Text 7"/>
              <p:cNvSpPr/>
              <p:nvPr/>
            </p:nvSpPr>
            <p:spPr>
              <a:xfrm>
                <a:off x="632" y="2347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🔒</a:t>
                </a:r>
                <a:endParaRPr lang="en-US" sz="2000" dirty="0"/>
              </a:p>
            </p:txBody>
          </p:sp>
        </p:grpSp>
        <p:sp>
          <p:nvSpPr>
            <p:cNvPr id="10" name="Text 8"/>
            <p:cNvSpPr/>
            <p:nvPr/>
          </p:nvSpPr>
          <p:spPr>
            <a:xfrm>
              <a:off x="1800" y="2347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仅发布后可见</a:t>
              </a:r>
              <a:endParaRPr lang="en-US" sz="1300" dirty="0"/>
            </a:p>
          </p:txBody>
        </p:sp>
        <p:sp>
          <p:nvSpPr>
            <p:cNvPr id="11" name="Text 9"/>
            <p:cNvSpPr/>
            <p:nvPr/>
          </p:nvSpPr>
          <p:spPr>
            <a:xfrm>
              <a:off x="1800" y="2765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教师未发布前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结果对学生不可见</a:t>
              </a:r>
              <a:endParaRPr lang="en-US" sz="1050" dirty="0"/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20040" y="2259965"/>
            <a:ext cx="3291840" cy="749300"/>
            <a:chOff x="504" y="3643"/>
            <a:chExt cx="5184" cy="1180"/>
          </a:xfrm>
        </p:grpSpPr>
        <p:sp>
          <p:nvSpPr>
            <p:cNvPr id="12" name="Shape 10"/>
            <p:cNvSpPr/>
            <p:nvPr/>
          </p:nvSpPr>
          <p:spPr>
            <a:xfrm>
              <a:off x="504" y="3643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0" name="组合 49"/>
            <p:cNvGrpSpPr/>
            <p:nvPr/>
          </p:nvGrpSpPr>
          <p:grpSpPr>
            <a:xfrm>
              <a:off x="632" y="3758"/>
              <a:ext cx="980" cy="892"/>
              <a:chOff x="632" y="3758"/>
              <a:chExt cx="980" cy="892"/>
            </a:xfrm>
          </p:grpSpPr>
          <p:sp>
            <p:nvSpPr>
              <p:cNvPr id="13" name="Shape 11"/>
              <p:cNvSpPr/>
              <p:nvPr/>
            </p:nvSpPr>
            <p:spPr>
              <a:xfrm>
                <a:off x="720" y="3758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14" name="Text 12"/>
              <p:cNvSpPr/>
              <p:nvPr/>
            </p:nvSpPr>
            <p:spPr>
              <a:xfrm>
                <a:off x="632" y="3758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📊</a:t>
                </a:r>
                <a:endParaRPr lang="en-US" sz="2000" dirty="0"/>
              </a:p>
            </p:txBody>
          </p:sp>
        </p:grpSp>
        <p:sp>
          <p:nvSpPr>
            <p:cNvPr id="15" name="Text 13"/>
            <p:cNvSpPr/>
            <p:nvPr/>
          </p:nvSpPr>
          <p:spPr>
            <a:xfrm>
              <a:off x="1800" y="3758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总分与指标分</a:t>
              </a:r>
              <a:endParaRPr lang="en-US" sz="1300" dirty="0"/>
            </a:p>
          </p:txBody>
        </p:sp>
        <p:sp>
          <p:nvSpPr>
            <p:cNvPr id="16" name="Text 14"/>
            <p:cNvSpPr/>
            <p:nvPr/>
          </p:nvSpPr>
          <p:spPr>
            <a:xfrm>
              <a:off x="1800" y="4176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总分 + 各维度得分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清晰呈现评分结构</a:t>
              </a:r>
              <a:endParaRPr lang="en-US" sz="1050" dirty="0"/>
            </a:p>
          </p:txBody>
        </p:sp>
      </p:grpSp>
      <p:grpSp>
        <p:nvGrpSpPr>
          <p:cNvPr id="55" name="组合 54"/>
          <p:cNvGrpSpPr/>
          <p:nvPr/>
        </p:nvGrpSpPr>
        <p:grpSpPr>
          <a:xfrm>
            <a:off x="320040" y="3155950"/>
            <a:ext cx="3291840" cy="749300"/>
            <a:chOff x="504" y="5054"/>
            <a:chExt cx="5184" cy="1180"/>
          </a:xfrm>
        </p:grpSpPr>
        <p:sp>
          <p:nvSpPr>
            <p:cNvPr id="17" name="Shape 15"/>
            <p:cNvSpPr/>
            <p:nvPr/>
          </p:nvSpPr>
          <p:spPr>
            <a:xfrm>
              <a:off x="504" y="5054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1" name="组合 50"/>
            <p:cNvGrpSpPr/>
            <p:nvPr/>
          </p:nvGrpSpPr>
          <p:grpSpPr>
            <a:xfrm>
              <a:off x="640" y="5170"/>
              <a:ext cx="972" cy="892"/>
              <a:chOff x="640" y="5170"/>
              <a:chExt cx="972" cy="892"/>
            </a:xfrm>
          </p:grpSpPr>
          <p:sp>
            <p:nvSpPr>
              <p:cNvPr id="18" name="Shape 16"/>
              <p:cNvSpPr/>
              <p:nvPr/>
            </p:nvSpPr>
            <p:spPr>
              <a:xfrm>
                <a:off x="720" y="5170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17A589"/>
              </a:solidFill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19" name="Text 17"/>
              <p:cNvSpPr/>
              <p:nvPr/>
            </p:nvSpPr>
            <p:spPr>
              <a:xfrm>
                <a:off x="640" y="5170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💬</a:t>
                </a:r>
                <a:endParaRPr lang="en-US" sz="2000" dirty="0"/>
              </a:p>
            </p:txBody>
          </p:sp>
        </p:grpSp>
        <p:sp>
          <p:nvSpPr>
            <p:cNvPr id="20" name="Text 18"/>
            <p:cNvSpPr/>
            <p:nvPr/>
          </p:nvSpPr>
          <p:spPr>
            <a:xfrm>
              <a:off x="1800" y="5170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教师评语</a:t>
              </a:r>
              <a:endParaRPr lang="en-US" sz="1300" dirty="0"/>
            </a:p>
          </p:txBody>
        </p:sp>
        <p:sp>
          <p:nvSpPr>
            <p:cNvPr id="21" name="Text 19"/>
            <p:cNvSpPr/>
            <p:nvPr/>
          </p:nvSpPr>
          <p:spPr>
            <a:xfrm>
              <a:off x="1800" y="5587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整体评价与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改进方向建议</a:t>
              </a:r>
              <a:endParaRPr lang="en-US" sz="1050" dirty="0"/>
            </a:p>
          </p:txBody>
        </p:sp>
      </p:grpSp>
      <p:grpSp>
        <p:nvGrpSpPr>
          <p:cNvPr id="56" name="组合 55"/>
          <p:cNvGrpSpPr/>
          <p:nvPr/>
        </p:nvGrpSpPr>
        <p:grpSpPr>
          <a:xfrm>
            <a:off x="320040" y="4052570"/>
            <a:ext cx="3291840" cy="749300"/>
            <a:chOff x="504" y="6466"/>
            <a:chExt cx="5184" cy="1180"/>
          </a:xfrm>
        </p:grpSpPr>
        <p:sp>
          <p:nvSpPr>
            <p:cNvPr id="22" name="Shape 20"/>
            <p:cNvSpPr/>
            <p:nvPr/>
          </p:nvSpPr>
          <p:spPr>
            <a:xfrm>
              <a:off x="504" y="6466"/>
              <a:ext cx="5184" cy="1181"/>
            </a:xfrm>
            <a:prstGeom prst="roundRect">
              <a:avLst>
                <a:gd name="adj" fmla="val 12195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52" name="组合 51"/>
            <p:cNvGrpSpPr/>
            <p:nvPr/>
          </p:nvGrpSpPr>
          <p:grpSpPr>
            <a:xfrm>
              <a:off x="616" y="6581"/>
              <a:ext cx="996" cy="892"/>
              <a:chOff x="616" y="6581"/>
              <a:chExt cx="996" cy="892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720" y="6581"/>
                <a:ext cx="893" cy="893"/>
              </a:xfrm>
              <a:prstGeom prst="roundRect">
                <a:avLst>
                  <a:gd name="adj" fmla="val 16129"/>
                </a:avLst>
              </a:prstGeom>
              <a:solidFill>
                <a:srgbClr val="E67E22"/>
              </a:solidFill>
              <a:ln w="12700">
                <a:solidFill>
                  <a:srgbClr val="E67E22"/>
                </a:solidFill>
                <a:prstDash val="solid"/>
              </a:ln>
            </p:spPr>
          </p:sp>
          <p:sp>
            <p:nvSpPr>
              <p:cNvPr id="24" name="Text 22"/>
              <p:cNvSpPr/>
              <p:nvPr/>
            </p:nvSpPr>
            <p:spPr>
              <a:xfrm>
                <a:off x="616" y="6581"/>
                <a:ext cx="893" cy="893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2000" dirty="0">
                    <a:solidFill>
                      <a:srgbClr val="000000"/>
                    </a:solidFill>
                  </a:rPr>
                  <a:t>📎</a:t>
                </a:r>
                <a:endParaRPr lang="en-US" sz="2000" dirty="0"/>
              </a:p>
            </p:txBody>
          </p:sp>
        </p:grpSp>
        <p:sp>
          <p:nvSpPr>
            <p:cNvPr id="25" name="Text 23"/>
            <p:cNvSpPr/>
            <p:nvPr/>
          </p:nvSpPr>
          <p:spPr>
            <a:xfrm>
              <a:off x="1800" y="6581"/>
              <a:ext cx="3744" cy="403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l">
                <a:buNone/>
              </a:pPr>
              <a:r>
                <a:rPr lang="en-US" sz="1300" b="1" dirty="0">
                  <a:solidFill>
                    <a:srgbClr val="1C2E4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评价依据可查</a:t>
              </a:r>
              <a:endParaRPr lang="en-US" sz="1300" dirty="0"/>
            </a:p>
          </p:txBody>
        </p:sp>
        <p:sp>
          <p:nvSpPr>
            <p:cNvPr id="26" name="Text 24"/>
            <p:cNvSpPr/>
            <p:nvPr/>
          </p:nvSpPr>
          <p:spPr>
            <a:xfrm>
              <a:off x="1800" y="6998"/>
              <a:ext cx="3744" cy="504"/>
            </a:xfrm>
            <a:prstGeom prst="rect">
              <a:avLst/>
            </a:prstGeom>
            <a:noFill/>
          </p:spPr>
          <p:txBody>
            <a:bodyPr wrap="square" lIns="0" tIns="0" rIns="0" bIns="0" rtlCol="0" anchor="t"/>
            <a:lstStyle/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解析摘要与AI建议</a:t>
              </a:r>
              <a:endParaRPr lang="en-US" sz="1050" dirty="0"/>
            </a:p>
            <a:p>
              <a:pPr marL="0" indent="0" algn="l">
                <a:buNone/>
              </a:pPr>
              <a:r>
                <a:rPr lang="en-US" sz="1050" dirty="0">
                  <a:solidFill>
                    <a:srgbClr val="4A6080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作为背景参考展示</a:t>
              </a:r>
              <a:endParaRPr lang="en-US" sz="1050" dirty="0"/>
            </a:p>
          </p:txBody>
        </p:sp>
      </p:grpSp>
      <p:sp>
        <p:nvSpPr>
          <p:cNvPr id="27" name="Shape 25"/>
          <p:cNvSpPr/>
          <p:nvPr/>
        </p:nvSpPr>
        <p:spPr>
          <a:xfrm>
            <a:off x="3794760" y="1417320"/>
            <a:ext cx="4983480" cy="3383280"/>
          </a:xfrm>
          <a:prstGeom prst="roundRect">
            <a:avLst>
              <a:gd name="adj" fmla="val 2703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794760" y="1417320"/>
            <a:ext cx="4983480" cy="36576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794760" y="1417320"/>
            <a:ext cx="498348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我的评价结果  —  Java后端综合实训2025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160520" y="1874520"/>
            <a:ext cx="1143000" cy="11430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60520" y="1920240"/>
            <a:ext cx="11430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83</a:t>
            </a:r>
            <a:endParaRPr lang="en-US" sz="3600" dirty="0"/>
          </a:p>
        </p:txBody>
      </p:sp>
      <p:sp>
        <p:nvSpPr>
          <p:cNvPr id="32" name="Text 30"/>
          <p:cNvSpPr/>
          <p:nvPr/>
        </p:nvSpPr>
        <p:spPr>
          <a:xfrm>
            <a:off x="4160520" y="2578608"/>
            <a:ext cx="11430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/ 100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5440680" y="1874520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532120" y="1874520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代码结构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205472" y="1874520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16/20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5440680" y="2185416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532120" y="2185416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功能覆盖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7205472" y="2185416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30/35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5440680" y="2496312"/>
            <a:ext cx="3063240" cy="274320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532120" y="2496312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文档规范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7205472" y="2496312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22/25</a:t>
            </a:r>
            <a:endParaRPr lang="en-US" sz="1050" dirty="0"/>
          </a:p>
        </p:txBody>
      </p:sp>
      <p:sp>
        <p:nvSpPr>
          <p:cNvPr id="42" name="Shape 40"/>
          <p:cNvSpPr/>
          <p:nvPr/>
        </p:nvSpPr>
        <p:spPr>
          <a:xfrm>
            <a:off x="5440680" y="2807208"/>
            <a:ext cx="3063240" cy="274320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532120" y="2807208"/>
            <a:ext cx="16459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可读性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7205472" y="2807208"/>
            <a:ext cx="118872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15/20</a:t>
            </a:r>
            <a:endParaRPr lang="en-US" sz="1050" dirty="0"/>
          </a:p>
        </p:txBody>
      </p:sp>
      <p:sp>
        <p:nvSpPr>
          <p:cNvPr id="45" name="Shape 43"/>
          <p:cNvSpPr/>
          <p:nvPr/>
        </p:nvSpPr>
        <p:spPr>
          <a:xfrm>
            <a:off x="3886200" y="3182112"/>
            <a:ext cx="4754880" cy="1005840"/>
          </a:xfrm>
          <a:prstGeom prst="roundRect">
            <a:avLst>
              <a:gd name="adj" fmla="val 7273"/>
            </a:avLst>
          </a:prstGeom>
          <a:solidFill>
            <a:srgbClr val="FFFDE7"/>
          </a:solidFill>
          <a:ln w="12700">
            <a:solidFill>
              <a:srgbClr val="F0C03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005072" y="3218688"/>
            <a:ext cx="109728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8A6D0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教师评语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005072" y="3456432"/>
            <a:ext cx="4480560" cy="65836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整体完成度较好，功能模块划分清晰。建议加强分层架构实践，service层逻辑与controller适当分离。测试覆盖补充后整体质量可进一步提升。</a:t>
            </a:r>
            <a:endParaRPr lang="en-US" sz="105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E0852E">
                        <a:alpha val="100000"/>
                        <a:lumMod val="52000"/>
                        <a:lumOff val="48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E67E22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功能演示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16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/>
          <p:cNvGrpSpPr/>
          <p:nvPr userDrawn="1"/>
        </p:nvGrpSpPr>
        <p:grpSpPr>
          <a:xfrm>
            <a:off x="0" y="-635"/>
            <a:ext cx="9144000" cy="5145035"/>
            <a:chOff x="0" y="-1"/>
            <a:chExt cx="14400" cy="8102"/>
          </a:xfrm>
        </p:grpSpPr>
        <p:pic>
          <p:nvPicPr>
            <p:cNvPr id="8" name="图片 7"/>
            <p:cNvPicPr>
              <a:picLocks noChangeAspect="1"/>
            </p:cNvPicPr>
            <p:nvPr userDrawn="1"/>
          </p:nvPicPr>
          <p:blipFill>
            <a:blip r:embed="rId1"/>
            <a:stretch>
              <a:fillRect/>
            </a:stretch>
          </p:blipFill>
          <p:spPr>
            <a:xfrm>
              <a:off x="0" y="0"/>
              <a:ext cx="14400" cy="8100"/>
            </a:xfrm>
            <a:prstGeom prst="rect">
              <a:avLst/>
            </a:prstGeom>
          </p:spPr>
        </p:pic>
        <p:sp>
          <p:nvSpPr>
            <p:cNvPr id="9" name="矩形 8"/>
            <p:cNvSpPr/>
            <p:nvPr userDrawn="1"/>
          </p:nvSpPr>
          <p:spPr>
            <a:xfrm>
              <a:off x="0" y="-1"/>
              <a:ext cx="14400" cy="8101"/>
            </a:xfrm>
            <a:prstGeom prst="rect">
              <a:avLst/>
            </a:prstGeom>
            <a:gradFill flip="none" rotWithShape="1">
              <a:gsLst>
                <a:gs pos="3000">
                  <a:srgbClr val="102A63">
                    <a:alpha val="84000"/>
                  </a:srgbClr>
                </a:gs>
                <a:gs pos="85000">
                  <a:srgbClr val="070D31">
                    <a:alpha val="69000"/>
                  </a:srgbClr>
                </a:gs>
              </a:gsLst>
              <a:lin ang="108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" name="矩形 13"/>
            <p:cNvSpPr/>
            <p:nvPr userDrawn="1"/>
          </p:nvSpPr>
          <p:spPr>
            <a:xfrm>
              <a:off x="0" y="0"/>
              <a:ext cx="14400" cy="8101"/>
            </a:xfrm>
            <a:prstGeom prst="rect">
              <a:avLst/>
            </a:prstGeom>
            <a:gradFill flip="none" rotWithShape="1">
              <a:gsLst>
                <a:gs pos="17000">
                  <a:srgbClr val="00275C">
                    <a:alpha val="51000"/>
                  </a:srgbClr>
                </a:gs>
                <a:gs pos="100000">
                  <a:srgbClr val="00275C">
                    <a:alpha val="32000"/>
                  </a:srgbClr>
                </a:gs>
              </a:gsLst>
              <a:lin ang="540000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2" name="组合 11"/>
          <p:cNvGrpSpPr/>
          <p:nvPr/>
        </p:nvGrpSpPr>
        <p:grpSpPr>
          <a:xfrm rot="0">
            <a:off x="-445135" y="-760730"/>
            <a:ext cx="11322050" cy="7949565"/>
            <a:chOff x="-431" y="-4215"/>
            <a:chExt cx="17830" cy="12519"/>
          </a:xfrm>
        </p:grpSpPr>
        <p:sp>
          <p:nvSpPr>
            <p:cNvPr id="13" name="矩形 12"/>
            <p:cNvSpPr/>
            <p:nvPr/>
          </p:nvSpPr>
          <p:spPr>
            <a:xfrm>
              <a:off x="-431" y="-262"/>
              <a:ext cx="14901" cy="8566"/>
            </a:xfrm>
            <a:prstGeom prst="rect">
              <a:avLst/>
            </a:prstGeom>
            <a:blipFill dpi="0" rotWithShape="1">
              <a:blip r:embed="rId2">
                <a:alphaModFix amt="50000"/>
                <a:duotone>
                  <a:prstClr val="black"/>
                  <a:schemeClr val="accent2">
                    <a:tint val="45000"/>
                    <a:satMod val="400000"/>
                  </a:schemeClr>
                </a:duotone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1500"/>
                        </a14:imgEffect>
                        <a14:imgEffect>
                          <a14:saturation sat="400000"/>
                        </a14:imgEffect>
                      </a14:imgLayer>
                    </a14:imgProps>
                  </a:ext>
                </a:extLst>
              </a:blip>
              <a:srcRect/>
              <a:stretch>
                <a:fillRect/>
              </a:stretch>
            </a:blip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5" name="图片 14"/>
            <p:cNvPicPr>
              <a:picLocks noChangeAspect="1"/>
            </p:cNvPicPr>
            <p:nvPr>
              <p:custDataLst>
                <p:tags r:id="rId4"/>
              </p:custDataLst>
            </p:nvPr>
          </p:nvPicPr>
          <p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brightnessContrast bright="47000"/>
                      </a14:imgEffect>
                      <a14:imgEffect>
                        <a14:saturation sat="40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915" y="-4215"/>
              <a:ext cx="11484" cy="11484"/>
            </a:xfrm>
            <a:prstGeom prst="rect">
              <a:avLst/>
            </a:prstGeom>
          </p:spPr>
        </p:pic>
      </p:grpSp>
      <p:sp>
        <p:nvSpPr>
          <p:cNvPr id="3" name="Shape 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731520"/>
            <a:ext cx="2743200" cy="1645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20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457200" y="2514600"/>
            <a:ext cx="64008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4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报表、监控与部署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457200" y="3200400"/>
            <a:ext cx="274320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3337560"/>
            <a:ext cx="54864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数据沉淀，持续可见</a:t>
            </a:r>
            <a:endParaRPr lang="en-US" sz="16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0735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报表中心与教学质量画像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评价数据自动汇聚 — 无需手工整理，支持导出归档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11480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8615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📋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1188720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个人评价报告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188720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单学生成绩单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含各指标得分明细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27832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19272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50692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📊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4096512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班级统计报表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096512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分数分布 · 均值 · 极值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各指标平均分对比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135624" y="1371600"/>
            <a:ext cx="2724912" cy="109728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227064" y="1444752"/>
            <a:ext cx="658368" cy="658368"/>
          </a:xfrm>
          <a:prstGeom prst="roundRect">
            <a:avLst>
              <a:gd name="adj" fmla="val 138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227064" y="1444752"/>
            <a:ext cx="658368" cy="6583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dirty="0">
                <a:solidFill>
                  <a:srgbClr val="000000"/>
                </a:solidFill>
              </a:rPr>
              <a:t>🎯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7004304" y="1481328"/>
            <a:ext cx="177393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教学质量画像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04304" y="1773936"/>
            <a:ext cx="17739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雷达图展示班级</a:t>
            </a:r>
            <a:endParaRPr lang="en-US" sz="1050" dirty="0"/>
          </a:p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整体完成质量</a:t>
            </a:r>
            <a:endParaRPr lang="en-US" sz="1050" dirty="0"/>
          </a:p>
        </p:txBody>
      </p:sp>
      <p:grpSp>
        <p:nvGrpSpPr>
          <p:cNvPr id="70" name="组合 69"/>
          <p:cNvGrpSpPr/>
          <p:nvPr/>
        </p:nvGrpSpPr>
        <p:grpSpPr>
          <a:xfrm>
            <a:off x="5598160" y="2560320"/>
            <a:ext cx="3246120" cy="2194560"/>
            <a:chOff x="13155" y="4104"/>
            <a:chExt cx="5112" cy="3456"/>
          </a:xfrm>
        </p:grpSpPr>
        <p:grpSp>
          <p:nvGrpSpPr>
            <p:cNvPr id="67" name="组合 66"/>
            <p:cNvGrpSpPr/>
            <p:nvPr/>
          </p:nvGrpSpPr>
          <p:grpSpPr>
            <a:xfrm>
              <a:off x="13155" y="4104"/>
              <a:ext cx="5112" cy="3456"/>
              <a:chOff x="8712" y="4104"/>
              <a:chExt cx="5112" cy="3456"/>
            </a:xfrm>
          </p:grpSpPr>
          <p:grpSp>
            <p:nvGrpSpPr>
              <p:cNvPr id="66" name="组合 65"/>
              <p:cNvGrpSpPr/>
              <p:nvPr/>
            </p:nvGrpSpPr>
            <p:grpSpPr>
              <a:xfrm>
                <a:off x="8712" y="4104"/>
                <a:ext cx="5112" cy="3456"/>
                <a:chOff x="8712" y="4104"/>
                <a:chExt cx="5112" cy="3456"/>
              </a:xfrm>
            </p:grpSpPr>
            <p:sp>
              <p:nvSpPr>
                <p:cNvPr id="49" name="Shape 47"/>
                <p:cNvSpPr/>
                <p:nvPr/>
              </p:nvSpPr>
              <p:spPr>
                <a:xfrm>
                  <a:off x="8712" y="4104"/>
                  <a:ext cx="5112" cy="3456"/>
                </a:xfrm>
                <a:prstGeom prst="roundRect">
                  <a:avLst>
                    <a:gd name="adj" fmla="val 4167"/>
                  </a:avLst>
                </a:prstGeom>
                <a:solidFill>
                  <a:srgbClr val="FFFFFF"/>
                </a:solidFill>
                <a:ln w="12700">
                  <a:solidFill>
                    <a:srgbClr val="D5E8F3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grpSp>
              <p:nvGrpSpPr>
                <p:cNvPr id="64" name="组合 63"/>
                <p:cNvGrpSpPr/>
                <p:nvPr/>
              </p:nvGrpSpPr>
              <p:grpSpPr>
                <a:xfrm>
                  <a:off x="8712" y="4104"/>
                  <a:ext cx="5112" cy="504"/>
                  <a:chOff x="8712" y="4104"/>
                  <a:chExt cx="5112" cy="504"/>
                </a:xfrm>
              </p:grpSpPr>
              <p:sp>
                <p:nvSpPr>
                  <p:cNvPr id="50" name="Shape 48"/>
                  <p:cNvSpPr/>
                  <p:nvPr/>
                </p:nvSpPr>
                <p:spPr>
                  <a:xfrm>
                    <a:off x="8712" y="4104"/>
                    <a:ext cx="5112" cy="504"/>
                  </a:xfrm>
                  <a:prstGeom prst="roundRect">
                    <a:avLst>
                      <a:gd name="adj" fmla="val 22857"/>
                    </a:avLst>
                  </a:prstGeom>
                  <a:solidFill>
                    <a:srgbClr val="17A589"/>
                  </a:solidFill>
                  <a:ln w="12700">
                    <a:solidFill>
                      <a:srgbClr val="17A589"/>
                    </a:solidFill>
                    <a:prstDash val="solid"/>
                  </a:ln>
                </p:spPr>
              </p:sp>
              <p:sp>
                <p:nvSpPr>
                  <p:cNvPr id="51" name="Text 49"/>
                  <p:cNvSpPr/>
                  <p:nvPr/>
                </p:nvSpPr>
                <p:spPr>
                  <a:xfrm>
                    <a:off x="9381" y="4104"/>
                    <a:ext cx="3774" cy="504"/>
                  </a:xfrm>
                  <a:prstGeom prst="rect">
                    <a:avLst/>
                  </a:prstGeom>
                  <a:noFill/>
                </p:spPr>
                <p:txBody>
                  <a:bodyPr wrap="square" lIns="0" tIns="0" rIns="0" bIns="0" rtlCol="0" anchor="ctr"/>
                  <a:lstStyle/>
                  <a:p>
                    <a:pPr marL="0" indent="0" algn="ctr">
                      <a:buNone/>
                    </a:pPr>
                    <a:r>
                      <a:rPr lang="en-US" sz="1100" b="1" dirty="0">
                        <a:solidFill>
                          <a:srgbClr val="FFFFFF"/>
                        </a:solidFill>
                        <a:latin typeface="Calibri" panose="020F0502020204030204" pitchFamily="34" charset="0"/>
                        <a:ea typeface="Calibri" panose="020F0502020204030204" pitchFamily="34" charset="-122"/>
                        <a:cs typeface="Calibri" panose="020F0502020204030204" pitchFamily="34" charset="-120"/>
                      </a:rPr>
                      <a:t>质量画像  雷达图</a:t>
                    </a:r>
                    <a:endParaRPr lang="en-US" sz="1100" dirty="0"/>
                  </a:p>
                </p:txBody>
              </p:sp>
            </p:grpSp>
          </p:grpSp>
          <p:grpSp>
            <p:nvGrpSpPr>
              <p:cNvPr id="2" name="组合 1"/>
              <p:cNvGrpSpPr/>
              <p:nvPr/>
            </p:nvGrpSpPr>
            <p:grpSpPr>
              <a:xfrm>
                <a:off x="9713" y="4840"/>
                <a:ext cx="3096" cy="2341"/>
                <a:chOff x="9260" y="4234"/>
                <a:chExt cx="4001" cy="3025"/>
              </a:xfrm>
            </p:grpSpPr>
            <p:sp>
              <p:nvSpPr>
                <p:cNvPr id="57" name="Text 55"/>
                <p:cNvSpPr/>
                <p:nvPr/>
              </p:nvSpPr>
              <p:spPr>
                <a:xfrm>
                  <a:off x="10685" y="4234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代码结构</a:t>
                  </a:r>
                  <a:endParaRPr lang="en-US" sz="850" dirty="0"/>
                </a:p>
              </p:txBody>
            </p:sp>
            <p:sp>
              <p:nvSpPr>
                <p:cNvPr id="58" name="Text 56"/>
                <p:cNvSpPr/>
                <p:nvPr/>
              </p:nvSpPr>
              <p:spPr>
                <a:xfrm>
                  <a:off x="12109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功能覆盖</a:t>
                  </a:r>
                  <a:endParaRPr lang="en-US" sz="850" dirty="0"/>
                </a:p>
              </p:txBody>
            </p:sp>
            <p:sp>
              <p:nvSpPr>
                <p:cNvPr id="59" name="Text 57"/>
                <p:cNvSpPr/>
                <p:nvPr/>
              </p:nvSpPr>
              <p:spPr>
                <a:xfrm>
                  <a:off x="1156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文档规范</a:t>
                  </a:r>
                  <a:endParaRPr lang="en-US" sz="850" dirty="0"/>
                </a:p>
              </p:txBody>
            </p:sp>
            <p:sp>
              <p:nvSpPr>
                <p:cNvPr id="60" name="Text 58"/>
                <p:cNvSpPr/>
                <p:nvPr/>
              </p:nvSpPr>
              <p:spPr>
                <a:xfrm>
                  <a:off x="9805" y="6943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可读性</a:t>
                  </a:r>
                  <a:endParaRPr lang="en-US" sz="850" dirty="0"/>
                </a:p>
              </p:txBody>
            </p:sp>
            <p:sp>
              <p:nvSpPr>
                <p:cNvPr id="61" name="Text 59"/>
                <p:cNvSpPr/>
                <p:nvPr/>
              </p:nvSpPr>
              <p:spPr>
                <a:xfrm>
                  <a:off x="9260" y="5268"/>
                  <a:ext cx="1152" cy="317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8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完整性</a:t>
                  </a:r>
                  <a:endParaRPr lang="en-US" sz="850" dirty="0"/>
                </a:p>
              </p:txBody>
            </p:sp>
          </p:grpSp>
        </p:grpSp>
        <p:grpSp>
          <p:nvGrpSpPr>
            <p:cNvPr id="69" name="组合 68"/>
            <p:cNvGrpSpPr/>
            <p:nvPr/>
          </p:nvGrpSpPr>
          <p:grpSpPr>
            <a:xfrm>
              <a:off x="14897" y="5237"/>
              <a:ext cx="1614" cy="1537"/>
              <a:chOff x="10109" y="4694"/>
              <a:chExt cx="2304" cy="2194"/>
            </a:xfrm>
          </p:grpSpPr>
          <p:sp>
            <p:nvSpPr>
              <p:cNvPr id="52" name="Shape 50"/>
              <p:cNvSpPr/>
              <p:nvPr/>
            </p:nvSpPr>
            <p:spPr>
              <a:xfrm>
                <a:off x="11232" y="4694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3" name="Shape 51"/>
              <p:cNvSpPr/>
              <p:nvPr/>
            </p:nvSpPr>
            <p:spPr>
              <a:xfrm>
                <a:off x="12355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4" name="Shape 52"/>
              <p:cNvSpPr/>
              <p:nvPr/>
            </p:nvSpPr>
            <p:spPr>
              <a:xfrm>
                <a:off x="11926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5" name="Shape 53"/>
              <p:cNvSpPr/>
              <p:nvPr/>
            </p:nvSpPr>
            <p:spPr>
              <a:xfrm>
                <a:off x="10538" y="683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  <p:sp>
            <p:nvSpPr>
              <p:cNvPr id="56" name="Shape 54"/>
              <p:cNvSpPr/>
              <p:nvPr/>
            </p:nvSpPr>
            <p:spPr>
              <a:xfrm>
                <a:off x="10109" y="5510"/>
                <a:ext cx="58" cy="58"/>
              </a:xfrm>
              <a:prstGeom prst="line">
                <a:avLst/>
              </a:prstGeom>
              <a:noFill/>
              <a:ln w="12700">
                <a:solidFill>
                  <a:srgbClr val="17A589"/>
                </a:solidFill>
                <a:prstDash val="solid"/>
              </a:ln>
            </p:spPr>
          </p:sp>
        </p:grpSp>
      </p:grpSp>
      <p:grpSp>
        <p:nvGrpSpPr>
          <p:cNvPr id="84" name="组合 83"/>
          <p:cNvGrpSpPr/>
          <p:nvPr/>
        </p:nvGrpSpPr>
        <p:grpSpPr>
          <a:xfrm>
            <a:off x="320040" y="2575560"/>
            <a:ext cx="5029200" cy="2194560"/>
            <a:chOff x="504" y="4104"/>
            <a:chExt cx="7920" cy="3456"/>
          </a:xfrm>
        </p:grpSpPr>
        <p:sp>
          <p:nvSpPr>
            <p:cNvPr id="22" name="Shape 20"/>
            <p:cNvSpPr/>
            <p:nvPr/>
          </p:nvSpPr>
          <p:spPr>
            <a:xfrm>
              <a:off x="504" y="4104"/>
              <a:ext cx="7920" cy="3456"/>
            </a:xfrm>
            <a:prstGeom prst="roundRect">
              <a:avLst>
                <a:gd name="adj" fmla="val 4167"/>
              </a:avLst>
            </a:prstGeom>
            <a:solidFill>
              <a:srgbClr val="FFFFFF"/>
            </a:solidFill>
            <a:ln w="12700">
              <a:solidFill>
                <a:srgbClr val="D5E8F3"/>
              </a:solidFill>
              <a:prstDash val="solid"/>
            </a:ln>
            <a:effectLst>
              <a:outerShdw blurRad="63500" dist="25400" dir="5400000" algn="bl" rotWithShape="0">
                <a:srgbClr val="C0D0E0">
                  <a:alpha val="25000"/>
                </a:srgbClr>
              </a:outerShdw>
            </a:effectLst>
          </p:spPr>
        </p:sp>
        <p:grpSp>
          <p:nvGrpSpPr>
            <p:cNvPr id="71" name="组合 70"/>
            <p:cNvGrpSpPr/>
            <p:nvPr/>
          </p:nvGrpSpPr>
          <p:grpSpPr>
            <a:xfrm>
              <a:off x="504" y="4104"/>
              <a:ext cx="7920" cy="504"/>
              <a:chOff x="504" y="4104"/>
              <a:chExt cx="7920" cy="504"/>
            </a:xfrm>
          </p:grpSpPr>
          <p:sp>
            <p:nvSpPr>
              <p:cNvPr id="23" name="Shape 21"/>
              <p:cNvSpPr/>
              <p:nvPr/>
            </p:nvSpPr>
            <p:spPr>
              <a:xfrm>
                <a:off x="504" y="4104"/>
                <a:ext cx="7920" cy="504"/>
              </a:xfrm>
              <a:prstGeom prst="roundRect">
                <a:avLst>
                  <a:gd name="adj" fmla="val 22857"/>
                </a:avLst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24" name="Text 22"/>
              <p:cNvSpPr/>
              <p:nvPr/>
            </p:nvSpPr>
            <p:spPr>
              <a:xfrm>
                <a:off x="1130" y="4104"/>
                <a:ext cx="6668" cy="504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1100" b="1" dirty="0">
                    <a:solidFill>
                      <a:srgbClr val="FFFFFF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班级统计  —  软工2301  |  已评价 28 人</a:t>
                </a:r>
                <a:endParaRPr lang="en-US" sz="1100" dirty="0"/>
              </a:p>
            </p:txBody>
          </p:sp>
        </p:grpSp>
        <p:grpSp>
          <p:nvGrpSpPr>
            <p:cNvPr id="83" name="组合 82"/>
            <p:cNvGrpSpPr/>
            <p:nvPr/>
          </p:nvGrpSpPr>
          <p:grpSpPr>
            <a:xfrm>
              <a:off x="648" y="4723"/>
              <a:ext cx="7258" cy="960"/>
              <a:chOff x="648" y="4723"/>
              <a:chExt cx="7258" cy="960"/>
            </a:xfrm>
          </p:grpSpPr>
          <p:grpSp>
            <p:nvGrpSpPr>
              <p:cNvPr id="74" name="组合 73"/>
              <p:cNvGrpSpPr/>
              <p:nvPr/>
            </p:nvGrpSpPr>
            <p:grpSpPr>
              <a:xfrm>
                <a:off x="648" y="4723"/>
                <a:ext cx="1728" cy="960"/>
                <a:chOff x="648" y="4723"/>
                <a:chExt cx="1728" cy="960"/>
              </a:xfrm>
            </p:grpSpPr>
            <p:sp>
              <p:nvSpPr>
                <p:cNvPr id="25" name="Shape 23"/>
                <p:cNvSpPr/>
                <p:nvPr/>
              </p:nvSpPr>
              <p:spPr>
                <a:xfrm>
                  <a:off x="648" y="4723"/>
                  <a:ext cx="1728" cy="96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EBF5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sp>
              <p:nvSpPr>
                <p:cNvPr id="26" name="Text 24"/>
                <p:cNvSpPr/>
                <p:nvPr/>
              </p:nvSpPr>
              <p:spPr>
                <a:xfrm>
                  <a:off x="648" y="4781"/>
                  <a:ext cx="1728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rgbClr val="1A3A5C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78.5</a:t>
                  </a:r>
                  <a:endParaRPr lang="en-US" sz="2200" dirty="0"/>
                </a:p>
              </p:txBody>
            </p:sp>
            <p:sp>
              <p:nvSpPr>
                <p:cNvPr id="27" name="Text 25"/>
                <p:cNvSpPr/>
                <p:nvPr/>
              </p:nvSpPr>
              <p:spPr>
                <a:xfrm>
                  <a:off x="648" y="5237"/>
                  <a:ext cx="1728" cy="4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班级均分</a:t>
                  </a:r>
                  <a:endParaRPr lang="en-US" sz="950" dirty="0"/>
                </a:p>
              </p:txBody>
            </p:sp>
          </p:grpSp>
          <p:grpSp>
            <p:nvGrpSpPr>
              <p:cNvPr id="75" name="组合 74"/>
              <p:cNvGrpSpPr/>
              <p:nvPr/>
            </p:nvGrpSpPr>
            <p:grpSpPr>
              <a:xfrm>
                <a:off x="2491" y="4723"/>
                <a:ext cx="1728" cy="960"/>
                <a:chOff x="2491" y="4723"/>
                <a:chExt cx="1728" cy="960"/>
              </a:xfrm>
            </p:grpSpPr>
            <p:sp>
              <p:nvSpPr>
                <p:cNvPr id="28" name="Shape 26"/>
                <p:cNvSpPr/>
                <p:nvPr/>
              </p:nvSpPr>
              <p:spPr>
                <a:xfrm>
                  <a:off x="2491" y="4723"/>
                  <a:ext cx="1728" cy="96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EBF5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sp>
              <p:nvSpPr>
                <p:cNvPr id="29" name="Text 27"/>
                <p:cNvSpPr/>
                <p:nvPr/>
              </p:nvSpPr>
              <p:spPr>
                <a:xfrm>
                  <a:off x="2491" y="4781"/>
                  <a:ext cx="1728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rgbClr val="1A3A5C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96</a:t>
                  </a:r>
                  <a:endParaRPr lang="en-US" sz="2200" dirty="0"/>
                </a:p>
              </p:txBody>
            </p:sp>
            <p:sp>
              <p:nvSpPr>
                <p:cNvPr id="30" name="Text 28"/>
                <p:cNvSpPr/>
                <p:nvPr/>
              </p:nvSpPr>
              <p:spPr>
                <a:xfrm>
                  <a:off x="2491" y="5237"/>
                  <a:ext cx="1728" cy="4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最高分</a:t>
                  </a:r>
                  <a:endParaRPr lang="en-US" sz="950" dirty="0"/>
                </a:p>
              </p:txBody>
            </p:sp>
          </p:grpSp>
          <p:grpSp>
            <p:nvGrpSpPr>
              <p:cNvPr id="80" name="组合 79"/>
              <p:cNvGrpSpPr/>
              <p:nvPr/>
            </p:nvGrpSpPr>
            <p:grpSpPr>
              <a:xfrm>
                <a:off x="4334" y="4723"/>
                <a:ext cx="1728" cy="960"/>
                <a:chOff x="4334" y="4723"/>
                <a:chExt cx="1728" cy="960"/>
              </a:xfrm>
            </p:grpSpPr>
            <p:sp>
              <p:nvSpPr>
                <p:cNvPr id="31" name="Shape 29"/>
                <p:cNvSpPr/>
                <p:nvPr/>
              </p:nvSpPr>
              <p:spPr>
                <a:xfrm>
                  <a:off x="4334" y="4723"/>
                  <a:ext cx="1728" cy="96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EBF5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sp>
              <p:nvSpPr>
                <p:cNvPr id="32" name="Text 30"/>
                <p:cNvSpPr/>
                <p:nvPr/>
              </p:nvSpPr>
              <p:spPr>
                <a:xfrm>
                  <a:off x="4334" y="4781"/>
                  <a:ext cx="1728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rgbClr val="1A3A5C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52</a:t>
                  </a:r>
                  <a:endParaRPr lang="en-US" sz="2200" dirty="0"/>
                </a:p>
              </p:txBody>
            </p:sp>
            <p:sp>
              <p:nvSpPr>
                <p:cNvPr id="33" name="Text 31"/>
                <p:cNvSpPr/>
                <p:nvPr/>
              </p:nvSpPr>
              <p:spPr>
                <a:xfrm>
                  <a:off x="4334" y="5237"/>
                  <a:ext cx="1728" cy="4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最低分</a:t>
                  </a:r>
                  <a:endParaRPr lang="en-US" sz="950" dirty="0"/>
                </a:p>
              </p:txBody>
            </p:sp>
          </p:grpSp>
          <p:grpSp>
            <p:nvGrpSpPr>
              <p:cNvPr id="81" name="组合 80"/>
              <p:cNvGrpSpPr/>
              <p:nvPr/>
            </p:nvGrpSpPr>
            <p:grpSpPr>
              <a:xfrm>
                <a:off x="6178" y="4723"/>
                <a:ext cx="1728" cy="960"/>
                <a:chOff x="6178" y="4723"/>
                <a:chExt cx="1728" cy="960"/>
              </a:xfrm>
            </p:grpSpPr>
            <p:sp>
              <p:nvSpPr>
                <p:cNvPr id="34" name="Shape 32"/>
                <p:cNvSpPr/>
                <p:nvPr/>
              </p:nvSpPr>
              <p:spPr>
                <a:xfrm>
                  <a:off x="6178" y="4723"/>
                  <a:ext cx="1728" cy="960"/>
                </a:xfrm>
                <a:prstGeom prst="roundRect">
                  <a:avLst>
                    <a:gd name="adj" fmla="val 12500"/>
                  </a:avLst>
                </a:prstGeom>
                <a:solidFill>
                  <a:srgbClr val="EBF5FF"/>
                </a:solidFill>
                <a:ln w="12700">
                  <a:solidFill>
                    <a:srgbClr val="2E86C1"/>
                  </a:solidFill>
                  <a:prstDash val="solid"/>
                </a:ln>
                <a:effectLst>
                  <a:outerShdw blurRad="63500" dist="25400" dir="5400000" algn="bl" rotWithShape="0">
                    <a:srgbClr val="C0D0E0">
                      <a:alpha val="25000"/>
                    </a:srgbClr>
                  </a:outerShdw>
                </a:effectLst>
              </p:spPr>
            </p:sp>
            <p:sp>
              <p:nvSpPr>
                <p:cNvPr id="35" name="Text 33"/>
                <p:cNvSpPr/>
                <p:nvPr/>
              </p:nvSpPr>
              <p:spPr>
                <a:xfrm>
                  <a:off x="6178" y="4781"/>
                  <a:ext cx="1728" cy="576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2200" b="1" dirty="0">
                      <a:solidFill>
                        <a:srgbClr val="1A3A5C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35.7%</a:t>
                  </a:r>
                  <a:endParaRPr lang="en-US" sz="2200" dirty="0"/>
                </a:p>
              </p:txBody>
            </p:sp>
            <p:sp>
              <p:nvSpPr>
                <p:cNvPr id="36" name="Text 34"/>
                <p:cNvSpPr/>
                <p:nvPr/>
              </p:nvSpPr>
              <p:spPr>
                <a:xfrm>
                  <a:off x="6178" y="5237"/>
                  <a:ext cx="1728" cy="403"/>
                </a:xfrm>
                <a:prstGeom prst="rect">
                  <a:avLst/>
                </a:prstGeom>
                <a:noFill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950" dirty="0">
                      <a:solidFill>
                        <a:srgbClr val="4A6080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</a:rPr>
                    <a:t>优秀率</a:t>
                  </a:r>
                  <a:endParaRPr lang="en-US" sz="950" dirty="0"/>
                </a:p>
              </p:txBody>
            </p:sp>
          </p:grpSp>
        </p:grpSp>
        <p:grpSp>
          <p:nvGrpSpPr>
            <p:cNvPr id="82" name="组合 81"/>
            <p:cNvGrpSpPr/>
            <p:nvPr/>
          </p:nvGrpSpPr>
          <p:grpSpPr>
            <a:xfrm>
              <a:off x="792" y="5558"/>
              <a:ext cx="6192" cy="1714"/>
              <a:chOff x="792" y="5558"/>
              <a:chExt cx="6192" cy="1714"/>
            </a:xfrm>
          </p:grpSpPr>
          <p:sp>
            <p:nvSpPr>
              <p:cNvPr id="37" name="Shape 35"/>
              <p:cNvSpPr/>
              <p:nvPr/>
            </p:nvSpPr>
            <p:spPr>
              <a:xfrm>
                <a:off x="792" y="6595"/>
                <a:ext cx="792" cy="346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38" name="Text 36"/>
              <p:cNvSpPr/>
              <p:nvPr/>
            </p:nvSpPr>
            <p:spPr>
              <a:xfrm>
                <a:off x="79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&lt;60</a:t>
                </a:r>
                <a:endParaRPr lang="en-US" sz="800" dirty="0"/>
              </a:p>
            </p:txBody>
          </p:sp>
          <p:sp>
            <p:nvSpPr>
              <p:cNvPr id="39" name="Shape 37"/>
              <p:cNvSpPr/>
              <p:nvPr/>
            </p:nvSpPr>
            <p:spPr>
              <a:xfrm>
                <a:off x="1872" y="6250"/>
                <a:ext cx="792" cy="691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40" name="Text 38"/>
              <p:cNvSpPr/>
              <p:nvPr/>
            </p:nvSpPr>
            <p:spPr>
              <a:xfrm>
                <a:off x="187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60-69</a:t>
                </a:r>
                <a:endParaRPr lang="en-US" sz="800" dirty="0"/>
              </a:p>
            </p:txBody>
          </p:sp>
          <p:sp>
            <p:nvSpPr>
              <p:cNvPr id="41" name="Shape 39"/>
              <p:cNvSpPr/>
              <p:nvPr/>
            </p:nvSpPr>
            <p:spPr>
              <a:xfrm>
                <a:off x="2952" y="5558"/>
                <a:ext cx="792" cy="1382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42" name="Text 40"/>
              <p:cNvSpPr/>
              <p:nvPr/>
            </p:nvSpPr>
            <p:spPr>
              <a:xfrm>
                <a:off x="295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70-79</a:t>
                </a:r>
                <a:endParaRPr lang="en-US" sz="800" dirty="0"/>
              </a:p>
            </p:txBody>
          </p:sp>
          <p:sp>
            <p:nvSpPr>
              <p:cNvPr id="43" name="Shape 41"/>
              <p:cNvSpPr/>
              <p:nvPr/>
            </p:nvSpPr>
            <p:spPr>
              <a:xfrm>
                <a:off x="4032" y="5731"/>
                <a:ext cx="792" cy="1210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44" name="Text 42"/>
              <p:cNvSpPr/>
              <p:nvPr/>
            </p:nvSpPr>
            <p:spPr>
              <a:xfrm>
                <a:off x="403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80-89</a:t>
                </a:r>
                <a:endParaRPr lang="en-US" sz="800" dirty="0"/>
              </a:p>
            </p:txBody>
          </p:sp>
          <p:sp>
            <p:nvSpPr>
              <p:cNvPr id="45" name="Shape 43"/>
              <p:cNvSpPr/>
              <p:nvPr/>
            </p:nvSpPr>
            <p:spPr>
              <a:xfrm>
                <a:off x="5112" y="6250"/>
                <a:ext cx="792" cy="691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46" name="Text 44"/>
              <p:cNvSpPr/>
              <p:nvPr/>
            </p:nvSpPr>
            <p:spPr>
              <a:xfrm>
                <a:off x="511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90-94</a:t>
                </a:r>
                <a:endParaRPr lang="en-US" sz="800" dirty="0"/>
              </a:p>
            </p:txBody>
          </p:sp>
          <p:sp>
            <p:nvSpPr>
              <p:cNvPr id="47" name="Shape 45"/>
              <p:cNvSpPr/>
              <p:nvPr/>
            </p:nvSpPr>
            <p:spPr>
              <a:xfrm>
                <a:off x="6192" y="6422"/>
                <a:ext cx="792" cy="518"/>
              </a:xfrm>
              <a:prstGeom prst="rect">
                <a:avLst/>
              </a:prstGeom>
              <a:solidFill>
                <a:srgbClr val="2E86C1"/>
              </a:solidFill>
              <a:ln w="12700">
                <a:solidFill>
                  <a:srgbClr val="2E86C1"/>
                </a:solidFill>
                <a:prstDash val="solid"/>
              </a:ln>
            </p:spPr>
          </p:sp>
          <p:sp>
            <p:nvSpPr>
              <p:cNvPr id="48" name="Text 46"/>
              <p:cNvSpPr/>
              <p:nvPr/>
            </p:nvSpPr>
            <p:spPr>
              <a:xfrm>
                <a:off x="6192" y="6984"/>
                <a:ext cx="792" cy="2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ctr"/>
              <a:lstStyle/>
              <a:p>
                <a:pPr marL="0" indent="0" algn="ctr">
                  <a:buNone/>
                </a:pPr>
                <a:r>
                  <a:rPr lang="en-US" sz="800" dirty="0">
                    <a:solidFill>
                      <a:srgbClr val="8FA8C0"/>
                    </a:solidFill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</a:rPr>
                  <a:t>95+</a:t>
                </a:r>
                <a:endParaRPr lang="en-US" sz="800" dirty="0"/>
              </a:p>
            </p:txBody>
          </p:sp>
        </p:grpSp>
      </p:grpSp>
      <p:grpSp>
        <p:nvGrpSpPr>
          <p:cNvPr id="85" name="组合 84"/>
          <p:cNvGrpSpPr/>
          <p:nvPr/>
        </p:nvGrpSpPr>
        <p:grpSpPr>
          <a:xfrm>
            <a:off x="320040" y="4605655"/>
            <a:ext cx="8540115" cy="200660"/>
            <a:chOff x="504" y="7373"/>
            <a:chExt cx="13392" cy="316"/>
          </a:xfrm>
        </p:grpSpPr>
        <p:sp>
          <p:nvSpPr>
            <p:cNvPr id="62" name="Shape 60"/>
            <p:cNvSpPr/>
            <p:nvPr/>
          </p:nvSpPr>
          <p:spPr>
            <a:xfrm>
              <a:off x="504" y="7373"/>
              <a:ext cx="13392" cy="317"/>
            </a:xfrm>
            <a:prstGeom prst="roundRect">
              <a:avLst>
                <a:gd name="adj" fmla="val 27273"/>
              </a:avLst>
            </a:prstGeom>
            <a:solidFill>
              <a:srgbClr val="EEF8F4"/>
            </a:solidFill>
            <a:ln w="10160">
              <a:solidFill>
                <a:srgbClr val="17A589"/>
              </a:solidFill>
              <a:prstDash val="solid"/>
            </a:ln>
          </p:spPr>
        </p:sp>
        <p:sp>
          <p:nvSpPr>
            <p:cNvPr id="63" name="Text 61"/>
            <p:cNvSpPr/>
            <p:nvPr/>
          </p:nvSpPr>
          <p:spPr>
            <a:xfrm>
              <a:off x="2112" y="7373"/>
              <a:ext cx="10176" cy="317"/>
            </a:xfrm>
            <a:prstGeom prst="rect">
              <a:avLst/>
            </a:prstGeom>
            <a:noFill/>
          </p:spPr>
          <p:txBody>
            <a:bodyPr wrap="square" lIns="0" tIns="0" rIns="0" bIns="0" rtlCol="0" anchor="ctr"/>
            <a:lstStyle/>
            <a:p>
              <a:pPr marL="0" indent="0" algn="ctr">
                <a:buNone/>
              </a:pPr>
              <a:r>
                <a:rPr lang="en-US" sz="950" i="1" dirty="0">
                  <a:solidFill>
                    <a:srgbClr val="17A589"/>
                  </a:solidFill>
                  <a:latin typeface="Calibri" panose="020F0502020204030204" pitchFamily="34" charset="0"/>
                  <a:ea typeface="Calibri" panose="020F0502020204030204" pitchFamily="34" charset="-122"/>
                  <a:cs typeface="Calibri" panose="020F0502020204030204" pitchFamily="34" charset="-120"/>
                </a:rPr>
                <a:t>报表支持异步导出（Excel / PDF）· 失败可重试 · 历史报表可归档恢复</a:t>
              </a:r>
              <a:endParaRPr lang="en-US" sz="950" dirty="0"/>
            </a:p>
          </p:txBody>
        </p:sp>
      </p:grp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18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86" name="Text 26"/>
          <p:cNvSpPr/>
          <p:nvPr/>
        </p:nvSpPr>
        <p:spPr>
          <a:xfrm>
            <a:off x="7451725" y="4950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11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通知、日志与系统监控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关键事件有通知 · 操作有日志 · 运行状态有监控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🔔 站内通知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21208" y="201168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22376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未读消息数角标提示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21208" y="260604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22376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任务完成实时推送（SSE）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21208" y="3200400"/>
            <a:ext cx="128016" cy="128016"/>
          </a:xfrm>
          <a:prstGeom prst="ellipse">
            <a:avLst/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22376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终评发布通知学生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9768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4632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未读：3　今日推送：12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27832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227832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27832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📝 操作日志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429000" y="201168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30168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记录关键业务操作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429000" y="260604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30168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操作人 + 时间 + 内容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3429000" y="3200400"/>
            <a:ext cx="128016" cy="128016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30168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支持按时间/用户查询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337560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92424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今日操作：47条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最近：张老师发布终评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35624" y="1417320"/>
            <a:ext cx="2724912" cy="3337560"/>
          </a:xfrm>
          <a:prstGeom prst="roundRect">
            <a:avLst>
              <a:gd name="adj" fmla="val 3356"/>
            </a:avLst>
          </a:prstGeom>
          <a:solidFill>
            <a:srgbClr val="FFFFFF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135624" y="1417320"/>
            <a:ext cx="2724912" cy="457200"/>
          </a:xfrm>
          <a:prstGeom prst="roundRect">
            <a:avLst>
              <a:gd name="adj" fmla="val 20000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135624" y="1417320"/>
            <a:ext cx="272491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📡 系统监控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6336792" y="201168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37960" y="195681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任务队列状态总览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336792" y="260604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537960" y="255117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大模型调用次数与耗时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336792" y="3200400"/>
            <a:ext cx="128016" cy="128016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37960" y="3145536"/>
            <a:ext cx="2212848" cy="38404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错误率与队列积压告警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245352" y="3822192"/>
            <a:ext cx="2505456" cy="804672"/>
          </a:xfrm>
          <a:prstGeom prst="rect">
            <a:avLst/>
          </a:prstGeom>
          <a:solidFill>
            <a:srgbClr val="F5F9FF"/>
          </a:solidFill>
          <a:ln w="10160">
            <a:solidFill>
              <a:srgbClr val="D5E8F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300216" y="3858768"/>
            <a:ext cx="2395728" cy="7315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队列待处理：2</a:t>
            </a:r>
            <a:endParaRPr lang="en-US" sz="1000" dirty="0"/>
          </a:p>
          <a:p>
            <a:pPr marL="0" indent="0" algn="l">
              <a:buNone/>
            </a:pPr>
            <a:r>
              <a:rPr lang="en-US" sz="10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模型调用：18次/时</a:t>
            </a:r>
            <a:endParaRPr lang="en-US" sz="10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19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3"/>
          <p:cNvSpPr/>
          <p:nvPr/>
        </p:nvSpPr>
        <p:spPr>
          <a:xfrm>
            <a:off x="365760" y="502920"/>
            <a:ext cx="4822825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安全机制、部署方案与验证状态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交付能力矩阵 — 安全可靠 · 部署灵活 · 核心测试通过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850392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1417320"/>
            <a:ext cx="146304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维度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965960" y="1417320"/>
            <a:ext cx="49377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能力描述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95160" y="1417320"/>
            <a:ext cx="17373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状态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1828800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182880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身份认证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1965960" y="182880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JWT 无状态认证，Token 有效期可配置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040880" y="186537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040880" y="186537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157984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215798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访问控制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1965960" y="215798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RBAC 角色权限 + 业务范围数据隔离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040880" y="219456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040880" y="219456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20040" y="2487168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248716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文件安全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965960" y="248716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上传文件访问鉴权，禁止直接 URL 访问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7040880" y="252374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040880" y="252374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0040" y="2816352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281635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生产安全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965960" y="281635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生产配置合规校验，启动自检机制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7040880" y="285292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040880" y="285292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已实现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20040" y="3145536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11480" y="3145536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容器化部署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1965960" y="3145536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Docker 镜像 + Compose 编排，一键部署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7040880" y="3182112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0" y="3182112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已就绪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3474720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11480" y="3474720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国产化适配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1965960" y="3474720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龙芯架构 + 麒麟 V11 基础功能验证通过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040880" y="3511296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040880" y="3511296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已验证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320040" y="3803904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3803904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后端测试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1965960" y="3803904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核心功能路径自动化测试全覆盖（105项）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7040880" y="3840480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7040880" y="3840480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7AE6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✓ 通过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320040" y="4133088"/>
            <a:ext cx="8503920" cy="301752"/>
          </a:xfrm>
          <a:prstGeom prst="rect">
            <a:avLst/>
          </a:prstGeom>
          <a:solidFill>
            <a:srgbClr val="FFFF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11480" y="4133088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前端测试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1965960" y="4133088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构建流水线 + 基础 E2E 用例</a:t>
            </a:r>
            <a:endParaRPr lang="en-US" sz="1050" dirty="0"/>
          </a:p>
        </p:txBody>
      </p:sp>
      <p:sp>
        <p:nvSpPr>
          <p:cNvPr id="49" name="Shape 47"/>
          <p:cNvSpPr/>
          <p:nvPr/>
        </p:nvSpPr>
        <p:spPr>
          <a:xfrm>
            <a:off x="7040880" y="4169664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040880" y="4169664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持续完善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320040" y="4462272"/>
            <a:ext cx="8503920" cy="301752"/>
          </a:xfrm>
          <a:prstGeom prst="rect">
            <a:avLst/>
          </a:prstGeom>
          <a:solidFill>
            <a:srgbClr val="F7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11480" y="4462272"/>
            <a:ext cx="146304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工程规范</a:t>
            </a: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1965960" y="4462272"/>
            <a:ext cx="4937760" cy="30175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代码质量检查持续收敛中</a:t>
            </a:r>
            <a:endParaRPr lang="en-US" sz="1050" dirty="0"/>
          </a:p>
        </p:txBody>
      </p:sp>
      <p:sp>
        <p:nvSpPr>
          <p:cNvPr id="54" name="Shape 52"/>
          <p:cNvSpPr/>
          <p:nvPr/>
        </p:nvSpPr>
        <p:spPr>
          <a:xfrm>
            <a:off x="7040880" y="4498848"/>
            <a:ext cx="1645920" cy="219456"/>
          </a:xfrm>
          <a:prstGeom prst="roundRect">
            <a:avLst>
              <a:gd name="adj" fmla="val 25000"/>
            </a:avLst>
          </a:prstGeom>
          <a:solidFill>
            <a:srgbClr val="EEF8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040880" y="4498848"/>
            <a:ext cx="164592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E67E22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进行中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320040" y="4846320"/>
            <a:ext cx="850392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△ 表示已具备基础能力，工程质量持续提升中，不影响核心功能正常使用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92D050">
                        <a:alpha val="100000"/>
                      </a:srgbClr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92D050">
                        <a:alpha val="67000"/>
                      </a:srgbClr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第</a:t>
                  </a:r>
                  <a:r>
                    <a:rPr lang="zh-CN" alt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三</a:t>
                  </a:r>
                  <a:r>
                    <a:rPr lang="en-US" sz="1800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章 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 </a:t>
                  </a:r>
                  <a:r>
                    <a:rPr lang="en-US" b="1" dirty="0">
                      <a:solidFill>
                        <a:schemeClr val="tx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报表监控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tx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20 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056255" y="274320"/>
            <a:ext cx="303149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系统核心价值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2136775" y="804545"/>
            <a:ext cx="4870450" cy="29273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6EAF8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让软件实训成果验收从"经验驱动"走向"数据驱动"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02920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1A3A6C"/>
          </a:solidFill>
          <a:ln w="25400">
            <a:solidFill>
              <a:srgbClr val="2E86C1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481328" y="1444752"/>
            <a:ext cx="685800" cy="685800"/>
          </a:xfrm>
          <a:prstGeom prst="ellipse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81328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📁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594360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提交有版本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234440" y="2688336"/>
            <a:ext cx="1188720" cy="36576"/>
          </a:xfrm>
          <a:prstGeom prst="rect">
            <a:avLst/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每次提交形成可追溯批次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历史清晰，杜绝争议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教师评价有据可查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355848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0D4A3A"/>
          </a:solidFill>
          <a:ln w="25400">
            <a:solidFill>
              <a:srgbClr val="17A589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334256" y="1444752"/>
            <a:ext cx="685800" cy="685800"/>
          </a:xfrm>
          <a:prstGeom prst="ellipse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334256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📊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3447288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评价有依据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4087368" y="2688336"/>
            <a:ext cx="1188720" cy="36576"/>
          </a:xfrm>
          <a:prstGeom prst="rect">
            <a:avLst/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93008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解析结果·核验建议·教师评语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全程留存，评分过程透明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自动+人工双重保障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08776" y="1298448"/>
            <a:ext cx="2651760" cy="3383280"/>
          </a:xfrm>
          <a:prstGeom prst="roundRect">
            <a:avLst>
              <a:gd name="adj" fmla="val 6207"/>
            </a:avLst>
          </a:prstGeom>
          <a:solidFill>
            <a:srgbClr val="4A2810"/>
          </a:solidFill>
          <a:ln w="25400">
            <a:solidFill>
              <a:srgbClr val="E67E22"/>
            </a:solidFill>
            <a:prstDash val="solid"/>
          </a:ln>
          <a:effectLst>
            <a:outerShdw blurRad="152400" dist="50800" dir="5400000" algn="bl" rotWithShape="0">
              <a:srgbClr val="000000">
                <a:alpha val="4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187184" y="1444752"/>
            <a:ext cx="685800" cy="685800"/>
          </a:xfrm>
          <a:prstGeom prst="ellipse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187184" y="1444752"/>
            <a:ext cx="6858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dirty="0">
                <a:solidFill>
                  <a:srgbClr val="000000"/>
                </a:solidFill>
              </a:rPr>
              <a:t>📈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6300216" y="2240280"/>
            <a:ext cx="24688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结果可汇总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940296" y="2688336"/>
            <a:ext cx="1188720" cy="36576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788920"/>
            <a:ext cx="2377440" cy="16459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班级报表自动生成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质量画像支持教学复盘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dirty="0">
                <a:solidFill>
                  <a:srgbClr val="E8F4FD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数据沉淀持续可见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457200" y="4773168"/>
            <a:ext cx="8229600" cy="23774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V1.0.0　|　软件工程实训评价系统开发团队　|　2026-07-16</a:t>
            </a:r>
            <a:endParaRPr lang="en-US" sz="950" dirty="0"/>
          </a:p>
        </p:txBody>
      </p:sp>
    </p:spTree>
    <p:custDataLst>
      <p:tags r:id="rId1"/>
    </p:custData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-1857248" y="626237"/>
            <a:ext cx="1554480" cy="256032"/>
          </a:xfrm>
          <a:prstGeom prst="roundRect">
            <a:avLst>
              <a:gd name="adj" fmla="val 28571"/>
            </a:avLst>
          </a:prstGeom>
          <a:solidFill>
            <a:srgbClr val="4A6080"/>
          </a:solidFill>
          <a:ln w="12700">
            <a:solidFill>
              <a:srgbClr val="4A608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-1857248" y="626237"/>
            <a:ext cx="155448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附录</a:t>
            </a:r>
            <a:endParaRPr lang="en-US" sz="850" b="1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5" name="Text 3"/>
          <p:cNvSpPr/>
          <p:nvPr/>
        </p:nvSpPr>
        <p:spPr>
          <a:xfrm>
            <a:off x="365760" y="502920"/>
            <a:ext cx="8412480" cy="5029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演示账号与备用跳转</a:t>
            </a:r>
            <a:endParaRPr lang="en-US" sz="2600" b="1" dirty="0">
              <a:solidFill>
                <a:schemeClr val="bg1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  <p:sp>
        <p:nvSpPr>
          <p:cNvPr id="6" name="Text 4"/>
          <p:cNvSpPr/>
          <p:nvPr/>
        </p:nvSpPr>
        <p:spPr>
          <a:xfrm>
            <a:off x="365760" y="987552"/>
            <a:ext cx="84124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现场备用页 — 评委提问时快速跳转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0040" y="1417320"/>
            <a:ext cx="502920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417320"/>
            <a:ext cx="5029200" cy="347472"/>
          </a:xfrm>
          <a:prstGeom prst="roundRect">
            <a:avLst>
              <a:gd name="adj" fmla="val 21053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417320"/>
            <a:ext cx="50292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演示账号信息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1874520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AF2FF"/>
          </a:solidFill>
          <a:ln w="12700">
            <a:solidFill>
              <a:srgbClr val="1A3A5C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" y="1984248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" y="1984248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管理员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417320" y="1965960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账号：admin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417320" y="2203704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11480" y="2587752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AF5"/>
          </a:solidFill>
          <a:ln w="12700">
            <a:solidFill>
              <a:srgbClr val="17A589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" y="2697480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5488" y="2697480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教师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417320" y="2679192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账号：teacher01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417320" y="2916936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11480" y="3300984"/>
            <a:ext cx="4846320" cy="594360"/>
          </a:xfrm>
          <a:prstGeom prst="roundRect">
            <a:avLst>
              <a:gd name="adj" fmla="val 15385"/>
            </a:avLst>
          </a:prstGeom>
          <a:solidFill>
            <a:srgbClr val="E8F4FD"/>
          </a:solidFill>
          <a:ln w="12700">
            <a:solidFill>
              <a:srgbClr val="2E86C1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" y="3410712"/>
            <a:ext cx="822960" cy="347472"/>
          </a:xfrm>
          <a:prstGeom prst="roundRect">
            <a:avLst>
              <a:gd name="adj" fmla="val 15789"/>
            </a:avLst>
          </a:prstGeom>
          <a:solidFill>
            <a:srgbClr val="2E86C1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" y="3410712"/>
            <a:ext cx="82296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学生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417320" y="3392424"/>
            <a:ext cx="1828800" cy="25603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账号：student01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417320" y="36301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4A60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密码：demo@2025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11480" y="4297680"/>
            <a:ext cx="4846320" cy="365760"/>
          </a:xfrm>
          <a:prstGeom prst="roundRect">
            <a:avLst>
              <a:gd name="adj" fmla="val 20000"/>
            </a:avLst>
          </a:prstGeom>
          <a:solidFill>
            <a:srgbClr val="F5F9FF"/>
          </a:solidFill>
          <a:ln w="12700">
            <a:solidFill>
              <a:srgbClr val="2E86C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4297680"/>
            <a:ext cx="466344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A3A5C"/>
                </a:solidFill>
                <a:latin typeface="Courier New" panose="02070309020205020404" pitchFamily="34" charset="0"/>
                <a:ea typeface="Courier New" panose="02070309020205020404" pitchFamily="34" charset="-122"/>
                <a:cs typeface="Courier New" panose="02070309020205020404" pitchFamily="34" charset="-120"/>
              </a:rPr>
              <a:t>系统地址：http://[demo-server-ip]:8080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532120" y="1417320"/>
            <a:ext cx="3246120" cy="3383280"/>
          </a:xfrm>
          <a:prstGeom prst="roundRect">
            <a:avLst>
              <a:gd name="adj" fmla="val 2817"/>
            </a:avLst>
          </a:prstGeom>
          <a:solidFill>
            <a:srgbClr val="FFFFFF"/>
          </a:solidFill>
          <a:ln w="12700">
            <a:solidFill>
              <a:srgbClr val="D5E8F3"/>
            </a:solidFill>
            <a:prstDash val="solid"/>
          </a:ln>
          <a:effectLst>
            <a:outerShdw blurRad="63500" dist="25400" dir="5400000" algn="bl" rotWithShape="0">
              <a:srgbClr val="C0D0E0">
                <a:alpha val="25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532120" y="1417320"/>
            <a:ext cx="3246120" cy="347472"/>
          </a:xfrm>
          <a:prstGeom prst="roundRect">
            <a:avLst>
              <a:gd name="adj" fmla="val 21053"/>
            </a:avLst>
          </a:prstGeom>
          <a:solidFill>
            <a:srgbClr val="17A589"/>
          </a:solidFill>
          <a:ln w="12700">
            <a:solidFill>
              <a:srgbClr val="17A58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532120" y="1417320"/>
            <a:ext cx="324612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常见问题速查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5596128" y="187452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650992" y="189280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会运行代码吗？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650992" y="210312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不会，仅静态解析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7589520" y="195681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89520" y="195681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P03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596128" y="242316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650992" y="244144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AI能自动评分？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5650992" y="265176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AI仅建议，教师发布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7589520" y="250545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589520" y="250545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5596128" y="297180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650992" y="299008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测试覆盖情况？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650992" y="320040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后端105项全通过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589520" y="305409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89520" y="305409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5596128" y="3520440"/>
            <a:ext cx="3108960" cy="475488"/>
          </a:xfrm>
          <a:prstGeom prst="rect">
            <a:avLst/>
          </a:prstGeom>
          <a:solidFill>
            <a:srgbClr val="F8FB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650992" y="353872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国产化适配？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5650992" y="374904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龙芯+麒麟已验证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589520" y="360273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7589520" y="360273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P20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5596128" y="4069080"/>
            <a:ext cx="3108960" cy="475488"/>
          </a:xfrm>
          <a:prstGeom prst="rect">
            <a:avLst/>
          </a:prstGeom>
          <a:solidFill>
            <a:srgbClr val="F0F8FF"/>
          </a:solidFill>
          <a:ln w="6350">
            <a:solidFill>
              <a:srgbClr val="D5E8F3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650992" y="4087368"/>
            <a:ext cx="1828800" cy="219456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C2E4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Q: 多次提交以哪版？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5650992" y="4297680"/>
            <a:ext cx="1828800" cy="1828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17A58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以最新批次为准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589520" y="4151376"/>
            <a:ext cx="868680" cy="201168"/>
          </a:xfrm>
          <a:prstGeom prst="roundRect">
            <a:avLst>
              <a:gd name="adj" fmla="val 22727"/>
            </a:avLst>
          </a:prstGeom>
          <a:solidFill>
            <a:srgbClr val="1A3A5C"/>
          </a:solidFill>
          <a:ln w="12700">
            <a:solidFill>
              <a:srgbClr val="1A3A5C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589520" y="4151376"/>
            <a:ext cx="868680" cy="2011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→ P11</a:t>
            </a:r>
            <a:endParaRPr lang="en-US" sz="900" dirty="0"/>
          </a:p>
        </p:txBody>
      </p:sp>
      <p:grpSp>
        <p:nvGrpSpPr>
          <p:cNvPr id="76" name="组合 75"/>
          <p:cNvGrpSpPr/>
          <p:nvPr/>
        </p:nvGrpSpPr>
        <p:grpSpPr>
          <a:xfrm>
            <a:off x="-212725" y="-41275"/>
            <a:ext cx="8990965" cy="1074420"/>
            <a:chOff x="-335" y="-65"/>
            <a:chExt cx="14159" cy="1692"/>
          </a:xfrm>
        </p:grpSpPr>
        <p:cxnSp>
          <p:nvCxnSpPr>
            <p:cNvPr id="77" name="直接连接符 76"/>
            <p:cNvCxnSpPr/>
            <p:nvPr/>
          </p:nvCxnSpPr>
          <p:spPr>
            <a:xfrm>
              <a:off x="504" y="792"/>
              <a:ext cx="13320" cy="0"/>
            </a:xfrm>
            <a:prstGeom prst="line">
              <a:avLst/>
            </a:prstGeom>
            <a:ln>
              <a:solidFill>
                <a:srgbClr val="17A589"/>
              </a:solidFill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grpSp>
          <p:nvGrpSpPr>
            <p:cNvPr id="78" name="组合 77"/>
            <p:cNvGrpSpPr/>
            <p:nvPr/>
          </p:nvGrpSpPr>
          <p:grpSpPr>
            <a:xfrm>
              <a:off x="-335" y="-65"/>
              <a:ext cx="9636" cy="1692"/>
              <a:chOff x="-335" y="-65"/>
              <a:chExt cx="9636" cy="1692"/>
            </a:xfrm>
          </p:grpSpPr>
          <p:pic>
            <p:nvPicPr>
              <p:cNvPr id="282" name="图片 281" descr="黑暗中的灯光&#10;&#10;描述已自动生成"/>
              <p:cNvPicPr>
                <a:picLocks noChangeAspect="1"/>
              </p:cNvPicPr>
              <p:nvPr/>
            </p:nvPicPr>
            <p:blipFill>
              <a:blip r:embed="rId1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-335" y="-65"/>
                <a:ext cx="9637" cy="1692"/>
              </a:xfrm>
              <a:prstGeom prst="rect">
                <a:avLst/>
              </a:prstGeom>
            </p:spPr>
          </p:pic>
          <p:grpSp>
            <p:nvGrpSpPr>
              <p:cNvPr id="79" name="组合 78"/>
              <p:cNvGrpSpPr/>
              <p:nvPr/>
            </p:nvGrpSpPr>
            <p:grpSpPr>
              <a:xfrm>
                <a:off x="378" y="173"/>
                <a:ext cx="4061" cy="544"/>
                <a:chOff x="378" y="173"/>
                <a:chExt cx="4061" cy="544"/>
              </a:xfrm>
            </p:grpSpPr>
            <p:sp>
              <p:nvSpPr>
                <p:cNvPr id="239" name="任意多边形: 形状 238"/>
                <p:cNvSpPr/>
                <p:nvPr/>
              </p:nvSpPr>
              <p:spPr>
                <a:xfrm flipH="1">
                  <a:off x="509" y="173"/>
                  <a:ext cx="3931" cy="544"/>
                </a:xfrm>
                <a:custGeom>
                  <a:avLst/>
                  <a:gdLst>
                    <a:gd name="connsiteX0" fmla="*/ 2590351 w 2590351"/>
                    <a:gd name="connsiteY0" fmla="*/ 0 h 363915"/>
                    <a:gd name="connsiteX1" fmla="*/ 223058 w 2590351"/>
                    <a:gd name="connsiteY1" fmla="*/ 0 h 363915"/>
                    <a:gd name="connsiteX2" fmla="*/ 0 w 2590351"/>
                    <a:gd name="connsiteY2" fmla="*/ 363915 h 363915"/>
                    <a:gd name="connsiteX3" fmla="*/ 2590351 w 2590351"/>
                    <a:gd name="connsiteY3" fmla="*/ 363915 h 363915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</a:cxnLst>
                  <a:rect l="l" t="t" r="r" b="b"/>
                  <a:pathLst>
                    <a:path w="2590351" h="363915">
                      <a:moveTo>
                        <a:pt x="2590351" y="0"/>
                      </a:moveTo>
                      <a:lnTo>
                        <a:pt x="223058" y="0"/>
                      </a:lnTo>
                      <a:lnTo>
                        <a:pt x="0" y="363915"/>
                      </a:lnTo>
                      <a:lnTo>
                        <a:pt x="2590351" y="363915"/>
                      </a:lnTo>
                      <a:close/>
                    </a:path>
                  </a:pathLst>
                </a:custGeom>
                <a:gradFill flip="none" rotWithShape="1">
                  <a:gsLst>
                    <a:gs pos="78000">
                      <a:srgbClr val="4A607F"/>
                    </a:gs>
                    <a:gs pos="100000">
                      <a:srgbClr val="F3FAF9">
                        <a:lumMod val="0"/>
                        <a:lumOff val="100000"/>
                      </a:srgbClr>
                    </a:gs>
                    <a:gs pos="0">
                      <a:srgbClr val="4D637F"/>
                    </a:gs>
                  </a:gsLst>
                  <a:lin ang="7200000" scaled="0"/>
                  <a:tileRect/>
                </a:gra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rtlCol="0" anchor="ctr">
                  <a:noAutofit/>
                </a:bodyPr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98" name="矩形 97"/>
                <p:cNvSpPr/>
                <p:nvPr/>
              </p:nvSpPr>
              <p:spPr>
                <a:xfrm>
                  <a:off x="378" y="220"/>
                  <a:ext cx="3863" cy="458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wrap="none" rtlCol="0" anchor="ctr"/>
                <a:lstStyle/>
                <a:p>
                  <a:pPr marL="0" indent="0" algn="ctr">
                    <a:buNone/>
                  </a:pPr>
                  <a:r>
                    <a:rPr lang="en-US" b="1" dirty="0">
                      <a:solidFill>
                        <a:schemeClr val="bg1"/>
                      </a:solidFill>
                      <a:latin typeface="Calibri" panose="020F0502020204030204" pitchFamily="34" charset="0"/>
                      <a:ea typeface="Calibri" panose="020F0502020204030204" pitchFamily="34" charset="-122"/>
                      <a:cs typeface="Calibri" panose="020F0502020204030204" pitchFamily="34" charset="-120"/>
                      <a:sym typeface="+mn-ea"/>
                    </a:rPr>
                    <a:t>附录</a:t>
                  </a:r>
                  <a:endParaRPr kumimoji="0" lang="en-US" altLang="en-US" sz="1800" b="1" i="0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Calibri" panose="020F0502020204030204" pitchFamily="34" charset="0"/>
                    <a:ea typeface="Calibri" panose="020F0502020204030204" pitchFamily="34" charset="-122"/>
                    <a:cs typeface="Calibri" panose="020F0502020204030204" pitchFamily="34" charset="-120"/>
                    <a:sym typeface="+mn-ea"/>
                  </a:endParaRPr>
                </a:p>
              </p:txBody>
            </p:sp>
          </p:grpSp>
        </p:grpSp>
      </p:grpSp>
      <p:sp>
        <p:nvSpPr>
          <p:cNvPr id="93" name="Text 26"/>
          <p:cNvSpPr/>
          <p:nvPr/>
        </p:nvSpPr>
        <p:spPr>
          <a:xfrm>
            <a:off x="7324725" y="4823460"/>
            <a:ext cx="1416685" cy="2362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400" dirty="0">
                <a:solidFill>
                  <a:srgbClr val="8FA8C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22/ 22</a:t>
            </a:r>
            <a:endParaRPr lang="en-US" sz="2400" dirty="0">
              <a:solidFill>
                <a:srgbClr val="8FA8C0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2.xml><?xml version="1.0" encoding="utf-8"?>
<p:tagLst xmlns:p="http://schemas.openxmlformats.org/presentationml/2006/main">
  <p:tag name="KSO_WM_AICARD_INVALID" val="Invalid"/>
</p:tagLst>
</file>

<file path=ppt/tags/tag3.xml><?xml version="1.0" encoding="utf-8"?>
<p:tagLst xmlns:p="http://schemas.openxmlformats.org/presentationml/2006/main">
  <p:tag name="KSO_WM_DIAGRAM_VIRTUALLY_FRAME" val="{&quot;height&quot;:503.45,&quot;left&quot;:-47.1,&quot;top&quot;:72.8,&quot;width&quot;:766.85}"/>
</p:tagLst>
</file>

<file path=ppt/tags/tag4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5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6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7.xml><?xml version="1.0" encoding="utf-8"?>
<p:tagLst xmlns:p="http://schemas.openxmlformats.org/presentationml/2006/main">
  <p:tag name="KSO_WM_DIAGRAM_VIRTUALLY_FRAME" val="{&quot;height&quot;:503.45,&quot;left&quot;:-47.1,&quot;top&quot;:72.8,&quot;width&quot;:766.85}"/>
</p:tagLst>
</file>

<file path=ppt/tags/tag8.xml><?xml version="1.0" encoding="utf-8"?>
<p:tagLst xmlns:p="http://schemas.openxmlformats.org/presentationml/2006/main">
  <p:tag name="KSO_WM_DIAGRAM_VIRTUALLY_FRAME" val="{&quot;height&quot;:701.1,&quot;left&quot;:-47.1,&quot;top&quot;:72.8,&quot;width&quot;:840.5}"/>
</p:tagLst>
</file>

<file path=ppt/tags/tag9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10.xml><?xml version="1.0" encoding="utf-8"?>
<p:tagLst xmlns:p="http://schemas.openxmlformats.org/presentationml/2006/main">
  <p:tag name="KSO_WM_DIAGRAM_VIRTUALLY_FRAME" val="{&quot;height&quot;:693.1,&quot;left&quot;:-47.1,&quot;top&quot;:72.8,&quot;width&quot;:829.55}"/>
</p:tagLst>
</file>

<file path=ppt/tags/tag11.xml><?xml version="1.0" encoding="utf-8"?>
<p:tagLst xmlns:p="http://schemas.openxmlformats.org/presentationml/2006/main">
  <p:tag name="KSO_WM_AICARD_INVALID" val="Invalid"/>
</p:tagLst>
</file>

<file path=ppt/tags/tag1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1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1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2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1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7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8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39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0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1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2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3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4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5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6.xml><?xml version="1.0" encoding="utf-8"?>
<p:tagLst xmlns:p="http://schemas.openxmlformats.org/presentationml/2006/main">
  <p:tag name="KSO_WM_DIAGRAM_VIRTUALLY_FRAME" val="{&quot;height&quot;:223.5,&quot;left&quot;:27.360000000000003,&quot;top&quot;:111.6,&quot;width&quot;:684}"/>
</p:tagLst>
</file>

<file path=ppt/tags/tag47.xml><?xml version="1.0" encoding="utf-8"?>
<p:tagLst xmlns:p="http://schemas.openxmlformats.org/presentationml/2006/main">
  <p:tag name="KSO_WM_AICARD_INVALID" val="Invalid"/>
</p:tagLst>
</file>

<file path=ppt/tags/tag48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49.xml><?xml version="1.0" encoding="utf-8"?>
<p:tagLst xmlns:p="http://schemas.openxmlformats.org/presentationml/2006/main">
  <p:tag name="KSO_WM_AICARD_INVALID" val="Invalid"/>
</p:tagLst>
</file>

<file path=ppt/tags/tag50.xml><?xml version="1.0" encoding="utf-8"?>
<p:tagLst xmlns:p="http://schemas.openxmlformats.org/presentationml/2006/main">
  <p:tag name="KSO_WM_AICARD_INVALID" val="Invalid"/>
</p:tagLst>
</file>

<file path=ppt/tags/tag51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52.xml><?xml version="1.0" encoding="utf-8"?>
<p:tagLst xmlns:p="http://schemas.openxmlformats.org/presentationml/2006/main">
  <p:tag name="KSO_WM_AICARD_INVALID" val="Invalid"/>
</p:tagLst>
</file>

<file path=ppt/tags/tag53.xml><?xml version="1.0" encoding="utf-8"?>
<p:tagLst xmlns:p="http://schemas.openxmlformats.org/presentationml/2006/main">
  <p:tag name="KSO_WM_AICARD_INVALID" val="Invalid"/>
</p:tagLst>
</file>

<file path=ppt/tags/tag54.xml><?xml version="1.0" encoding="utf-8"?>
<p:tagLst xmlns:p="http://schemas.openxmlformats.org/presentationml/2006/main">
  <p:tag name="KSO_WM_AICARD_INVALID" val="Invalid"/>
</p:tagLst>
</file>

<file path=ppt/tags/tag55.xml><?xml version="1.0" encoding="utf-8"?>
<p:tagLst xmlns:p="http://schemas.openxmlformats.org/presentationml/2006/main">
  <p:tag name="KSO_WM_AICARD_INVALID" val="Invalid"/>
</p:tagLst>
</file>

<file path=ppt/tags/tag56.xml><?xml version="1.0" encoding="utf-8"?>
<p:tagLst xmlns:p="http://schemas.openxmlformats.org/presentationml/2006/main">
  <p:tag name="KSO_WM_AICARD_INVALID" val="Invalid"/>
</p:tagLst>
</file>

<file path=ppt/tags/tag57.xml><?xml version="1.0" encoding="utf-8"?>
<p:tagLst xmlns:p="http://schemas.openxmlformats.org/presentationml/2006/main">
  <p:tag name="KSO_WM_AICARD_INVALID" val="Invalid"/>
</p:tagLst>
</file>

<file path=ppt/tags/tag58.xml><?xml version="1.0" encoding="utf-8"?>
<p:tagLst xmlns:p="http://schemas.openxmlformats.org/presentationml/2006/main">
  <p:tag name="KSO_WM_AICARD_INVALID" val="Invalid"/>
</p:tagLst>
</file>

<file path=ppt/tags/tag59.xml><?xml version="1.0" encoding="utf-8"?>
<p:tagLst xmlns:p="http://schemas.openxmlformats.org/presentationml/2006/main">
  <p:tag name="KSO_WM_AICARD_INVALID" val="Invalid"/>
</p:tagLst>
</file>

<file path=ppt/tags/tag60.xml><?xml version="1.0" encoding="utf-8"?>
<p:tagLst xmlns:p="http://schemas.openxmlformats.org/presentationml/2006/main">
  <p:tag name="KSO_WM_UNIT_PLACING_PICTURE_USER_VIEWPORT" val="{&quot;height&quot;:14922.1968503937,&quot;width&quot;:14922.1968503937}"/>
</p:tagLst>
</file>

<file path=ppt/tags/tag61.xml><?xml version="1.0" encoding="utf-8"?>
<p:tagLst xmlns:p="http://schemas.openxmlformats.org/presentationml/2006/main">
  <p:tag name="KSO_WM_AICARD_INVALID" val="Invalid"/>
</p:tagLst>
</file>

<file path=ppt/tags/tag62.xml><?xml version="1.0" encoding="utf-8"?>
<p:tagLst xmlns:p="http://schemas.openxmlformats.org/presentationml/2006/main">
  <p:tag name="KSO_WM_AICARD_INVALID" val="Invalid"/>
</p:tagLst>
</file>

<file path=ppt/tags/tag63.xml><?xml version="1.0" encoding="utf-8"?>
<p:tagLst xmlns:p="http://schemas.openxmlformats.org/presentationml/2006/main">
  <p:tag name="KSO_WM_AICARD_INVALID" val="Invalid"/>
</p:tagLst>
</file>

<file path=ppt/tags/tag64.xml><?xml version="1.0" encoding="utf-8"?>
<p:tagLst xmlns:p="http://schemas.openxmlformats.org/presentationml/2006/main">
  <p:tag name="KSO_WM_AICARD_INVALID" val="Invalid"/>
</p:tagLst>
</file>

<file path=ppt/tags/tag65.xml><?xml version="1.0" encoding="utf-8"?>
<p:tagLst xmlns:p="http://schemas.openxmlformats.org/presentationml/2006/main">
  <p:tag name="KSO_WM_AICARD_INVALID" val="Invalid"/>
</p:tagLst>
</file>

<file path=ppt/tags/tag66.xml><?xml version="1.0" encoding="utf-8"?>
<p:tagLst xmlns:p="http://schemas.openxmlformats.org/presentationml/2006/main">
  <p:tag name="resource_record_key" val="{&quot;71&quot;:[76235680109]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">
      <a:dk1>
        <a:srgbClr val="000000"/>
      </a:dk1>
      <a:lt1>
        <a:srgbClr val="FFFFFF"/>
      </a:lt1>
      <a:dk2>
        <a:srgbClr val="161D2D"/>
      </a:dk2>
      <a:lt2>
        <a:srgbClr val="FFFFFF"/>
      </a:lt2>
      <a:accent1>
        <a:srgbClr val="5592E6"/>
      </a:accent1>
      <a:accent2>
        <a:srgbClr val="6E559D"/>
      </a:accent2>
      <a:accent3>
        <a:srgbClr val="355FCB"/>
      </a:accent3>
      <a:accent4>
        <a:srgbClr val="72A9D9"/>
      </a:accent4>
      <a:accent5>
        <a:srgbClr val="84C6D5"/>
      </a:accent5>
      <a:accent6>
        <a:srgbClr val="5959C5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Office Theme">
  <a:themeElements>
    <a:clrScheme name="">
      <a:dk1>
        <a:srgbClr val="000000"/>
      </a:dk1>
      <a:lt1>
        <a:srgbClr val="FFFFFF"/>
      </a:lt1>
      <a:dk2>
        <a:srgbClr val="0D2639"/>
      </a:dk2>
      <a:lt2>
        <a:srgbClr val="F4F9FD"/>
      </a:lt2>
      <a:accent1>
        <a:srgbClr val="0076B9"/>
      </a:accent1>
      <a:accent2>
        <a:srgbClr val="3D505A"/>
      </a:accent2>
      <a:accent3>
        <a:srgbClr val="009FB6"/>
      </a:accent3>
      <a:accent4>
        <a:srgbClr val="D74F91"/>
      </a:accent4>
      <a:accent5>
        <a:srgbClr val="F898CB"/>
      </a:accent5>
      <a:accent6>
        <a:srgbClr val="7D287D"/>
      </a:accent6>
      <a:hlink>
        <a:srgbClr val="0026E5"/>
      </a:hlink>
      <a:folHlink>
        <a:srgbClr val="7E1FAD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4543</Words>
  <Application>WPS 演示</Application>
  <PresentationFormat>On-screen Show (16:9)</PresentationFormat>
  <Paragraphs>1056</Paragraphs>
  <Slides>22</Slides>
  <Notes>22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22</vt:i4>
      </vt:variant>
    </vt:vector>
  </HeadingPairs>
  <TitlesOfParts>
    <vt:vector size="39" baseType="lpstr">
      <vt:lpstr>Arial</vt:lpstr>
      <vt:lpstr>宋体</vt:lpstr>
      <vt:lpstr>Wingdings</vt:lpstr>
      <vt:lpstr>Calibri</vt:lpstr>
      <vt:lpstr>Calibri</vt:lpstr>
      <vt:lpstr>Calibri</vt:lpstr>
      <vt:lpstr>阿里巴巴普惠体 R</vt:lpstr>
      <vt:lpstr>微软雅黑</vt:lpstr>
      <vt:lpstr>Segoe Print</vt:lpstr>
      <vt:lpstr>Arial Unicode MS</vt:lpstr>
      <vt:lpstr>等线</vt:lpstr>
      <vt:lpstr>Courier New</vt:lpstr>
      <vt:lpstr>Courier New</vt:lpstr>
      <vt:lpstr>Courier New</vt:lpstr>
      <vt:lpstr>Office Theme</vt:lpstr>
      <vt:lpstr>1_Office Theme</vt:lpstr>
      <vt:lpstr>2_Office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WPS_1719677426</cp:lastModifiedBy>
  <cp:revision>47</cp:revision>
  <dcterms:created xsi:type="dcterms:W3CDTF">2026-07-17T03:22:00Z</dcterms:created>
  <dcterms:modified xsi:type="dcterms:W3CDTF">2026-08-17T08:31:56Z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75D14309B303442C98739D6B94DD9ACF_12</vt:lpwstr>
  </property>
</Properties>
</file>